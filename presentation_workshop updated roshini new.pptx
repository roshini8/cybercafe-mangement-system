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7"/>
  </p:notesMasterIdLst>
  <p:handoutMasterIdLst>
    <p:handoutMasterId r:id="rId18"/>
  </p:handoutMasterIdLst>
  <p:sldIdLst>
    <p:sldId id="305" r:id="rId2"/>
    <p:sldId id="256" r:id="rId3"/>
    <p:sldId id="304" r:id="rId4"/>
    <p:sldId id="296" r:id="rId5"/>
    <p:sldId id="259" r:id="rId6"/>
    <p:sldId id="298" r:id="rId7"/>
    <p:sldId id="299" r:id="rId8"/>
    <p:sldId id="258" r:id="rId9"/>
    <p:sldId id="270" r:id="rId10"/>
    <p:sldId id="260" r:id="rId11"/>
    <p:sldId id="301" r:id="rId12"/>
    <p:sldId id="306" r:id="rId13"/>
    <p:sldId id="275" r:id="rId14"/>
    <p:sldId id="303" r:id="rId15"/>
    <p:sldId id="302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Josefin Slab SemiBold" pitchFamily="2" charset="0"/>
      <p:regular r:id="rId20"/>
      <p:bold r:id="rId21"/>
      <p:italic r:id="rId22"/>
      <p:boldItalic r:id="rId23"/>
    </p:embeddedFont>
    <p:embeddedFont>
      <p:font typeface="Lato Heavy" panose="020B0604020202020204" charset="0"/>
      <p:bold r:id="rId24"/>
      <p:boldItalic r:id="rId25"/>
    </p:embeddedFont>
    <p:embeddedFont>
      <p:font typeface="Red Hat Display" panose="020B0604020202020204" charset="0"/>
      <p:regular r:id="rId26"/>
      <p:bold r:id="rId27"/>
      <p:italic r:id="rId28"/>
      <p:boldItalic r:id="rId29"/>
    </p:embeddedFont>
    <p:embeddedFont>
      <p:font typeface="Red Hat Display Black" panose="020B0604020202020204" charset="0"/>
      <p:bold r:id="rId30"/>
      <p:boldItalic r:id="rId31"/>
    </p:embeddedFont>
    <p:embeddedFont>
      <p:font typeface="Red Hat Text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66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5DDED4-EC61-4F40-B1EE-5CDCFED1B9F8}">
  <a:tblStyle styleId="{235DDED4-EC61-4F40-B1EE-5CDCFED1B9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3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5C9001-1D64-1AC7-6D33-3DA95A3F92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C8B93-C10D-7491-B7A7-95AE866278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DA80E-1F25-44E1-8AE2-C6C23868A73E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2D7FD-62A8-DA91-F673-87D8B26515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9FE7E-EFE2-0D64-A9B8-91A7FAFCD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24C11-9E59-4B13-B026-C7FB35896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513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392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990e6a6434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990e6a6434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77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633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90e6a6434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90e6a6434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9dd794d6b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9dd794d6b0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191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90e6a6434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90e6a6434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607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990e6a6434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990e6a6434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9dd794d6b0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9dd794d6b0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990e6a643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990e6a643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9db4682f4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9db4682f4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99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990e6a643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990e6a643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507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9dd794d6b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9dd794d6b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9dd794d6b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9dd794d6b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439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9dd794d6b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9dd794d6b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84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231275"/>
            <a:ext cx="4563300" cy="22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441650"/>
            <a:ext cx="4563300" cy="4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23737" y="-10174"/>
            <a:ext cx="5455143" cy="5442694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1799922">
            <a:off x="7388351" y="-1100964"/>
            <a:ext cx="2208111" cy="2577213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AAF579-A36F-5D24-72FF-F5F6B069D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5122" y="4868863"/>
            <a:ext cx="2057400" cy="274637"/>
          </a:xfrm>
        </p:spPr>
        <p:txBody>
          <a:bodyPr/>
          <a:lstStyle/>
          <a:p>
            <a:fld id="{4F3CE839-38B4-4C8D-AF83-70F071F5743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2050800"/>
            <a:ext cx="4037700" cy="14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209000"/>
            <a:ext cx="4037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5100" y="3497700"/>
            <a:ext cx="40377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>
            <a:off x="-3711517" y="2618084"/>
            <a:ext cx="5455143" cy="5442694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6448C6-A985-A9F3-D2BD-34B206BDD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2pPr>
            <a:lvl3pPr lvl="2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3pPr>
            <a:lvl4pPr lvl="3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4pPr>
            <a:lvl5pPr lvl="4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5pPr>
            <a:lvl6pPr lvl="5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6pPr>
            <a:lvl7pPr lvl="6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7pPr>
            <a:lvl8pPr lvl="7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8pPr>
            <a:lvl9pPr lvl="8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315300" cy="7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715100" y="1257400"/>
            <a:ext cx="3315300" cy="335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Text"/>
              <a:buChar char="●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>
            <a:off x="4324000" y="535000"/>
            <a:ext cx="4104600" cy="4073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"/>
          <p:cNvSpPr/>
          <p:nvPr/>
        </p:nvSpPr>
        <p:spPr>
          <a:xfrm rot="9000078">
            <a:off x="-1006461" y="3884775"/>
            <a:ext cx="2208111" cy="2577213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199FE4-B5C3-68BA-1AB8-EA271D3D0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929750"/>
            <a:ext cx="25053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15100" y="3195450"/>
            <a:ext cx="2505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715100" y="2370750"/>
            <a:ext cx="2505300" cy="90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71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"/>
              <a:buNone/>
              <a:defRPr sz="3500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 hasCustomPrompt="1"/>
          </p:nvPr>
        </p:nvSpPr>
        <p:spPr>
          <a:xfrm>
            <a:off x="3319350" y="1929750"/>
            <a:ext cx="25053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3319350" y="3195450"/>
            <a:ext cx="2505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3319350" y="2370750"/>
            <a:ext cx="2505300" cy="90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7" hasCustomPrompt="1"/>
          </p:nvPr>
        </p:nvSpPr>
        <p:spPr>
          <a:xfrm>
            <a:off x="5923700" y="1929750"/>
            <a:ext cx="25053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5923700" y="3195450"/>
            <a:ext cx="2505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5923700" y="2370750"/>
            <a:ext cx="2505300" cy="90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7282917" y="-3151676"/>
            <a:ext cx="5455143" cy="5442694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/>
          <p:nvPr/>
        </p:nvSpPr>
        <p:spPr>
          <a:xfrm rot="9000078">
            <a:off x="-1006461" y="3884775"/>
            <a:ext cx="2208111" cy="2577213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715100" y="2394300"/>
            <a:ext cx="2571300" cy="12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2"/>
          </p:nvPr>
        </p:nvSpPr>
        <p:spPr>
          <a:xfrm>
            <a:off x="715100" y="1923025"/>
            <a:ext cx="2571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3"/>
          </p:nvPr>
        </p:nvSpPr>
        <p:spPr>
          <a:xfrm>
            <a:off x="3286397" y="2394300"/>
            <a:ext cx="2571300" cy="12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4"/>
          </p:nvPr>
        </p:nvSpPr>
        <p:spPr>
          <a:xfrm>
            <a:off x="3286401" y="1923025"/>
            <a:ext cx="2571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5"/>
          </p:nvPr>
        </p:nvSpPr>
        <p:spPr>
          <a:xfrm>
            <a:off x="5857697" y="2394300"/>
            <a:ext cx="2571300" cy="12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6"/>
          </p:nvPr>
        </p:nvSpPr>
        <p:spPr>
          <a:xfrm>
            <a:off x="5857701" y="1923025"/>
            <a:ext cx="2571300" cy="5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330742" y="-2870951"/>
            <a:ext cx="5455143" cy="5442694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/>
          <p:nvPr/>
        </p:nvSpPr>
        <p:spPr>
          <a:xfrm rot="-2700000">
            <a:off x="7324848" y="-1020388"/>
            <a:ext cx="2208140" cy="2577246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ctrTitle"/>
          </p:nvPr>
        </p:nvSpPr>
        <p:spPr>
          <a:xfrm>
            <a:off x="5324200" y="723175"/>
            <a:ext cx="3104700" cy="93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"/>
          </p:nvPr>
        </p:nvSpPr>
        <p:spPr>
          <a:xfrm>
            <a:off x="5324200" y="1579375"/>
            <a:ext cx="3104700" cy="115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5324200" y="3346925"/>
            <a:ext cx="310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 </a:t>
            </a:r>
            <a:r>
              <a:rPr lang="en" sz="10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7" name="Google Shape;117;p20"/>
          <p:cNvSpPr/>
          <p:nvPr/>
        </p:nvSpPr>
        <p:spPr>
          <a:xfrm rot="9000078">
            <a:off x="-707669" y="3672234"/>
            <a:ext cx="2208111" cy="2577213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/>
          <p:nvPr/>
        </p:nvSpPr>
        <p:spPr>
          <a:xfrm rot="-5400000">
            <a:off x="-2748225" y="-3621531"/>
            <a:ext cx="5455143" cy="5442694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 rot="4663275">
            <a:off x="6402820" y="1703775"/>
            <a:ext cx="5455217" cy="5442767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/>
          <p:nvPr/>
        </p:nvSpPr>
        <p:spPr>
          <a:xfrm rot="-6299913">
            <a:off x="-2647657" y="-3047621"/>
            <a:ext cx="5455302" cy="5442852"/>
          </a:xfrm>
          <a:custGeom>
            <a:avLst/>
            <a:gdLst/>
            <a:ahLst/>
            <a:cxnLst/>
            <a:rect l="l" t="t" r="r" b="b"/>
            <a:pathLst>
              <a:path w="110860" h="110607" extrusionOk="0">
                <a:moveTo>
                  <a:pt x="59393" y="0"/>
                </a:moveTo>
                <a:cubicBezTo>
                  <a:pt x="59359" y="0"/>
                  <a:pt x="59325" y="9"/>
                  <a:pt x="59295" y="27"/>
                </a:cubicBezTo>
                <a:cubicBezTo>
                  <a:pt x="59204" y="82"/>
                  <a:pt x="59176" y="199"/>
                  <a:pt x="59231" y="289"/>
                </a:cubicBezTo>
                <a:cubicBezTo>
                  <a:pt x="61819" y="4559"/>
                  <a:pt x="62413" y="9037"/>
                  <a:pt x="60996" y="13598"/>
                </a:cubicBezTo>
                <a:cubicBezTo>
                  <a:pt x="58277" y="22347"/>
                  <a:pt x="48979" y="29205"/>
                  <a:pt x="41843" y="32421"/>
                </a:cubicBezTo>
                <a:cubicBezTo>
                  <a:pt x="38397" y="33973"/>
                  <a:pt x="34557" y="35245"/>
                  <a:pt x="30491" y="36590"/>
                </a:cubicBezTo>
                <a:cubicBezTo>
                  <a:pt x="18953" y="40412"/>
                  <a:pt x="7021" y="44364"/>
                  <a:pt x="1899" y="55342"/>
                </a:cubicBezTo>
                <a:cubicBezTo>
                  <a:pt x="34" y="59344"/>
                  <a:pt x="1" y="63907"/>
                  <a:pt x="1815" y="67251"/>
                </a:cubicBezTo>
                <a:cubicBezTo>
                  <a:pt x="3245" y="69888"/>
                  <a:pt x="5687" y="71519"/>
                  <a:pt x="8874" y="71969"/>
                </a:cubicBezTo>
                <a:cubicBezTo>
                  <a:pt x="9425" y="72047"/>
                  <a:pt x="9966" y="72084"/>
                  <a:pt x="10498" y="72084"/>
                </a:cubicBezTo>
                <a:cubicBezTo>
                  <a:pt x="16684" y="72084"/>
                  <a:pt x="21556" y="67086"/>
                  <a:pt x="24768" y="63178"/>
                </a:cubicBezTo>
                <a:cubicBezTo>
                  <a:pt x="25334" y="62491"/>
                  <a:pt x="25990" y="61663"/>
                  <a:pt x="26750" y="60705"/>
                </a:cubicBezTo>
                <a:cubicBezTo>
                  <a:pt x="32523" y="53423"/>
                  <a:pt x="43622" y="39422"/>
                  <a:pt x="53095" y="39422"/>
                </a:cubicBezTo>
                <a:cubicBezTo>
                  <a:pt x="54717" y="39422"/>
                  <a:pt x="56292" y="39833"/>
                  <a:pt x="57784" y="40758"/>
                </a:cubicBezTo>
                <a:cubicBezTo>
                  <a:pt x="59619" y="41895"/>
                  <a:pt x="60654" y="43452"/>
                  <a:pt x="60861" y="45381"/>
                </a:cubicBezTo>
                <a:cubicBezTo>
                  <a:pt x="61741" y="53619"/>
                  <a:pt x="47744" y="67135"/>
                  <a:pt x="40226" y="74398"/>
                </a:cubicBezTo>
                <a:cubicBezTo>
                  <a:pt x="38440" y="76122"/>
                  <a:pt x="37029" y="77485"/>
                  <a:pt x="36184" y="78414"/>
                </a:cubicBezTo>
                <a:cubicBezTo>
                  <a:pt x="35657" y="78992"/>
                  <a:pt x="34999" y="79658"/>
                  <a:pt x="34302" y="80364"/>
                </a:cubicBezTo>
                <a:cubicBezTo>
                  <a:pt x="30315" y="84403"/>
                  <a:pt x="24289" y="90508"/>
                  <a:pt x="27084" y="95986"/>
                </a:cubicBezTo>
                <a:cubicBezTo>
                  <a:pt x="28073" y="97923"/>
                  <a:pt x="29585" y="99082"/>
                  <a:pt x="31579" y="99431"/>
                </a:cubicBezTo>
                <a:cubicBezTo>
                  <a:pt x="32011" y="99507"/>
                  <a:pt x="32454" y="99543"/>
                  <a:pt x="32901" y="99543"/>
                </a:cubicBezTo>
                <a:cubicBezTo>
                  <a:pt x="36228" y="99543"/>
                  <a:pt x="39865" y="97575"/>
                  <a:pt x="42065" y="95520"/>
                </a:cubicBezTo>
                <a:cubicBezTo>
                  <a:pt x="43575" y="94109"/>
                  <a:pt x="44912" y="92359"/>
                  <a:pt x="46205" y="90665"/>
                </a:cubicBezTo>
                <a:cubicBezTo>
                  <a:pt x="48904" y="87128"/>
                  <a:pt x="51695" y="83471"/>
                  <a:pt x="56285" y="82556"/>
                </a:cubicBezTo>
                <a:cubicBezTo>
                  <a:pt x="57009" y="82411"/>
                  <a:pt x="57715" y="82343"/>
                  <a:pt x="58402" y="82343"/>
                </a:cubicBezTo>
                <a:cubicBezTo>
                  <a:pt x="63946" y="82343"/>
                  <a:pt x="68312" y="86788"/>
                  <a:pt x="72327" y="91417"/>
                </a:cubicBezTo>
                <a:cubicBezTo>
                  <a:pt x="77978" y="97932"/>
                  <a:pt x="83488" y="102612"/>
                  <a:pt x="89173" y="105727"/>
                </a:cubicBezTo>
                <a:cubicBezTo>
                  <a:pt x="95147" y="109002"/>
                  <a:pt x="101350" y="110607"/>
                  <a:pt x="108063" y="110607"/>
                </a:cubicBezTo>
                <a:cubicBezTo>
                  <a:pt x="108924" y="110607"/>
                  <a:pt x="109796" y="110580"/>
                  <a:pt x="110676" y="110527"/>
                </a:cubicBezTo>
                <a:cubicBezTo>
                  <a:pt x="110781" y="110521"/>
                  <a:pt x="110859" y="110431"/>
                  <a:pt x="110854" y="110326"/>
                </a:cubicBezTo>
                <a:cubicBezTo>
                  <a:pt x="110848" y="110226"/>
                  <a:pt x="110766" y="110148"/>
                  <a:pt x="110663" y="110148"/>
                </a:cubicBezTo>
                <a:cubicBezTo>
                  <a:pt x="110660" y="110148"/>
                  <a:pt x="110656" y="110148"/>
                  <a:pt x="110652" y="110148"/>
                </a:cubicBezTo>
                <a:cubicBezTo>
                  <a:pt x="109757" y="110202"/>
                  <a:pt x="108871" y="110229"/>
                  <a:pt x="107994" y="110229"/>
                </a:cubicBezTo>
                <a:cubicBezTo>
                  <a:pt x="94990" y="110229"/>
                  <a:pt x="83974" y="104264"/>
                  <a:pt x="72614" y="91167"/>
                </a:cubicBezTo>
                <a:cubicBezTo>
                  <a:pt x="68540" y="86470"/>
                  <a:pt x="64105" y="81961"/>
                  <a:pt x="58413" y="81961"/>
                </a:cubicBezTo>
                <a:cubicBezTo>
                  <a:pt x="57699" y="81961"/>
                  <a:pt x="56965" y="82032"/>
                  <a:pt x="56209" y="82182"/>
                </a:cubicBezTo>
                <a:cubicBezTo>
                  <a:pt x="51480" y="83126"/>
                  <a:pt x="48645" y="86840"/>
                  <a:pt x="45901" y="90434"/>
                </a:cubicBezTo>
                <a:cubicBezTo>
                  <a:pt x="44619" y="92114"/>
                  <a:pt x="43292" y="93853"/>
                  <a:pt x="41806" y="95243"/>
                </a:cubicBezTo>
                <a:cubicBezTo>
                  <a:pt x="39593" y="97309"/>
                  <a:pt x="35987" y="99159"/>
                  <a:pt x="32860" y="99159"/>
                </a:cubicBezTo>
                <a:cubicBezTo>
                  <a:pt x="32445" y="99159"/>
                  <a:pt x="32038" y="99126"/>
                  <a:pt x="31644" y="99057"/>
                </a:cubicBezTo>
                <a:cubicBezTo>
                  <a:pt x="29774" y="98728"/>
                  <a:pt x="28354" y="97637"/>
                  <a:pt x="27423" y="95813"/>
                </a:cubicBezTo>
                <a:cubicBezTo>
                  <a:pt x="24752" y="90580"/>
                  <a:pt x="30661" y="84593"/>
                  <a:pt x="34573" y="80631"/>
                </a:cubicBezTo>
                <a:cubicBezTo>
                  <a:pt x="35273" y="79923"/>
                  <a:pt x="35934" y="79254"/>
                  <a:pt x="36465" y="78669"/>
                </a:cubicBezTo>
                <a:cubicBezTo>
                  <a:pt x="37302" y="77750"/>
                  <a:pt x="38708" y="76390"/>
                  <a:pt x="40490" y="74670"/>
                </a:cubicBezTo>
                <a:cubicBezTo>
                  <a:pt x="48055" y="67363"/>
                  <a:pt x="62139" y="53762"/>
                  <a:pt x="61239" y="45341"/>
                </a:cubicBezTo>
                <a:cubicBezTo>
                  <a:pt x="61020" y="43289"/>
                  <a:pt x="59924" y="41638"/>
                  <a:pt x="57984" y="40434"/>
                </a:cubicBezTo>
                <a:cubicBezTo>
                  <a:pt x="56427" y="39469"/>
                  <a:pt x="54788" y="39041"/>
                  <a:pt x="53104" y="39041"/>
                </a:cubicBezTo>
                <a:cubicBezTo>
                  <a:pt x="43436" y="39041"/>
                  <a:pt x="32267" y="53131"/>
                  <a:pt x="26452" y="60468"/>
                </a:cubicBezTo>
                <a:cubicBezTo>
                  <a:pt x="25694" y="61424"/>
                  <a:pt x="25038" y="62252"/>
                  <a:pt x="24475" y="62936"/>
                </a:cubicBezTo>
                <a:cubicBezTo>
                  <a:pt x="21313" y="66782"/>
                  <a:pt x="16529" y="71703"/>
                  <a:pt x="10497" y="71703"/>
                </a:cubicBezTo>
                <a:cubicBezTo>
                  <a:pt x="9983" y="71703"/>
                  <a:pt x="9460" y="71667"/>
                  <a:pt x="8928" y="71592"/>
                </a:cubicBezTo>
                <a:cubicBezTo>
                  <a:pt x="5863" y="71159"/>
                  <a:pt x="3519" y="69596"/>
                  <a:pt x="2148" y="67069"/>
                </a:cubicBezTo>
                <a:cubicBezTo>
                  <a:pt x="417" y="63878"/>
                  <a:pt x="456" y="59338"/>
                  <a:pt x="2244" y="55504"/>
                </a:cubicBezTo>
                <a:cubicBezTo>
                  <a:pt x="7296" y="44673"/>
                  <a:pt x="19148" y="40748"/>
                  <a:pt x="30611" y="36952"/>
                </a:cubicBezTo>
                <a:cubicBezTo>
                  <a:pt x="34686" y="35603"/>
                  <a:pt x="38535" y="34328"/>
                  <a:pt x="41998" y="32768"/>
                </a:cubicBezTo>
                <a:cubicBezTo>
                  <a:pt x="49207" y="29519"/>
                  <a:pt x="58603" y="22581"/>
                  <a:pt x="61359" y="13712"/>
                </a:cubicBezTo>
                <a:cubicBezTo>
                  <a:pt x="62810" y="9041"/>
                  <a:pt x="62204" y="4458"/>
                  <a:pt x="59555" y="92"/>
                </a:cubicBezTo>
                <a:cubicBezTo>
                  <a:pt x="59520" y="33"/>
                  <a:pt x="59457" y="0"/>
                  <a:pt x="593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/>
          <p:nvPr/>
        </p:nvSpPr>
        <p:spPr>
          <a:xfrm rot="-1800074">
            <a:off x="7324817" y="-1243632"/>
            <a:ext cx="2208168" cy="2577278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 rot="9900087">
            <a:off x="-822673" y="3488448"/>
            <a:ext cx="2208202" cy="2577318"/>
          </a:xfrm>
          <a:custGeom>
            <a:avLst/>
            <a:gdLst/>
            <a:ahLst/>
            <a:cxnLst/>
            <a:rect l="l" t="t" r="r" b="b"/>
            <a:pathLst>
              <a:path w="44874" h="52375" extrusionOk="0">
                <a:moveTo>
                  <a:pt x="15220" y="0"/>
                </a:moveTo>
                <a:cubicBezTo>
                  <a:pt x="15185" y="0"/>
                  <a:pt x="15150" y="10"/>
                  <a:pt x="15118" y="31"/>
                </a:cubicBezTo>
                <a:cubicBezTo>
                  <a:pt x="8137" y="4508"/>
                  <a:pt x="3846" y="10826"/>
                  <a:pt x="2710" y="18300"/>
                </a:cubicBezTo>
                <a:cubicBezTo>
                  <a:pt x="1700" y="24942"/>
                  <a:pt x="3255" y="32031"/>
                  <a:pt x="7084" y="38263"/>
                </a:cubicBezTo>
                <a:cubicBezTo>
                  <a:pt x="11920" y="46131"/>
                  <a:pt x="20480" y="52374"/>
                  <a:pt x="30565" y="52374"/>
                </a:cubicBezTo>
                <a:cubicBezTo>
                  <a:pt x="35057" y="52374"/>
                  <a:pt x="39850" y="51136"/>
                  <a:pt x="44752" y="48252"/>
                </a:cubicBezTo>
                <a:cubicBezTo>
                  <a:pt x="44842" y="48199"/>
                  <a:pt x="44873" y="48082"/>
                  <a:pt x="44820" y="47992"/>
                </a:cubicBezTo>
                <a:cubicBezTo>
                  <a:pt x="44785" y="47932"/>
                  <a:pt x="44721" y="47899"/>
                  <a:pt x="44656" y="47899"/>
                </a:cubicBezTo>
                <a:cubicBezTo>
                  <a:pt x="44623" y="47899"/>
                  <a:pt x="44590" y="47907"/>
                  <a:pt x="44559" y="47925"/>
                </a:cubicBezTo>
                <a:cubicBezTo>
                  <a:pt x="39727" y="50768"/>
                  <a:pt x="35002" y="51988"/>
                  <a:pt x="30574" y="51988"/>
                </a:cubicBezTo>
                <a:cubicBezTo>
                  <a:pt x="20625" y="51988"/>
                  <a:pt x="12180" y="45827"/>
                  <a:pt x="7408" y="38063"/>
                </a:cubicBezTo>
                <a:cubicBezTo>
                  <a:pt x="480" y="26789"/>
                  <a:pt x="1" y="10179"/>
                  <a:pt x="15323" y="350"/>
                </a:cubicBezTo>
                <a:cubicBezTo>
                  <a:pt x="15411" y="294"/>
                  <a:pt x="15437" y="176"/>
                  <a:pt x="15380" y="88"/>
                </a:cubicBezTo>
                <a:cubicBezTo>
                  <a:pt x="15344" y="31"/>
                  <a:pt x="15283" y="0"/>
                  <a:pt x="152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57400"/>
            <a:ext cx="7713900" cy="3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●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○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Text"/>
              <a:buChar char="■"/>
              <a:defRPr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F1102-C905-9D42-7D9C-ADE2AC2A8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CE839-38B4-4C8D-AF83-70F071F5743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4" r:id="rId10"/>
    <p:sldLayoutId id="2147483666" r:id="rId11"/>
    <p:sldLayoutId id="2147483667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1A306-FEF2-C9DD-56EC-479D0FD4E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1</a:t>
            </a:fld>
            <a:endParaRPr lang="en-US" dirty="0"/>
          </a:p>
        </p:txBody>
      </p:sp>
      <p:sp>
        <p:nvSpPr>
          <p:cNvPr id="11" name="Google Shape;137;p26">
            <a:extLst>
              <a:ext uri="{FF2B5EF4-FFF2-40B4-BE49-F238E27FC236}">
                <a16:creationId xmlns:a16="http://schemas.microsoft.com/office/drawing/2014/main" id="{F783A980-A137-6E7D-1578-AD8938C59A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3471" y="1499695"/>
            <a:ext cx="5586049" cy="1511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Good morning to my fellow </a:t>
            </a:r>
            <a:r>
              <a:rPr lang="en" sz="2000" b="1" dirty="0"/>
              <a:t>Evaluator and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Supervisor.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I’m </a:t>
            </a:r>
            <a:r>
              <a:rPr lang="en" sz="2000" b="1" dirty="0"/>
              <a:t>ROSHINI RAMES </a:t>
            </a:r>
            <a:r>
              <a:rPr lang="en" sz="2000" dirty="0"/>
              <a:t>from </a:t>
            </a:r>
            <a:r>
              <a:rPr lang="en" sz="2000" b="1" dirty="0"/>
              <a:t>2 BITI S1G2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M</a:t>
            </a:r>
            <a:r>
              <a:rPr lang="en" sz="2000" dirty="0"/>
              <a:t>atric ID </a:t>
            </a:r>
            <a:r>
              <a:rPr lang="en" sz="2000" b="1" dirty="0"/>
              <a:t>B032110385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	</a:t>
            </a:r>
            <a:endParaRPr sz="2000" dirty="0"/>
          </a:p>
        </p:txBody>
      </p:sp>
      <p:sp>
        <p:nvSpPr>
          <p:cNvPr id="12" name="Arrow: Curved Up 11">
            <a:extLst>
              <a:ext uri="{FF2B5EF4-FFF2-40B4-BE49-F238E27FC236}">
                <a16:creationId xmlns:a16="http://schemas.microsoft.com/office/drawing/2014/main" id="{64344F7E-944C-DD8F-8935-F9253282C431}"/>
              </a:ext>
            </a:extLst>
          </p:cNvPr>
          <p:cNvSpPr/>
          <p:nvPr/>
        </p:nvSpPr>
        <p:spPr>
          <a:xfrm rot="1265752">
            <a:off x="3872725" y="3351263"/>
            <a:ext cx="2049518" cy="859221"/>
          </a:xfrm>
          <a:prstGeom prst="curved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A person in a purple dress&#10;&#10;Description automatically generated">
            <a:extLst>
              <a:ext uri="{FF2B5EF4-FFF2-40B4-BE49-F238E27FC236}">
                <a16:creationId xmlns:a16="http://schemas.microsoft.com/office/drawing/2014/main" id="{F2A38FB6-7CB9-4766-02D3-7596AB1E53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36"/>
          <a:stretch/>
        </p:blipFill>
        <p:spPr>
          <a:xfrm>
            <a:off x="6069153" y="678302"/>
            <a:ext cx="2904173" cy="36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6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ctrTitle"/>
          </p:nvPr>
        </p:nvSpPr>
        <p:spPr>
          <a:xfrm>
            <a:off x="549562" y="542654"/>
            <a:ext cx="8239714" cy="1104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AB66E4"/>
                </a:solidFill>
              </a:rPr>
              <a:t>WORKSHOP 1 </a:t>
            </a:r>
            <a:br>
              <a:rPr lang="en" sz="3600" dirty="0"/>
            </a:br>
            <a:r>
              <a:rPr lang="en" sz="3600" dirty="0"/>
              <a:t>RH CYBERCAFE MANAGEMENT SYSTEM</a:t>
            </a:r>
            <a:endParaRPr sz="3600" dirty="0"/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1"/>
          </p:nvPr>
        </p:nvSpPr>
        <p:spPr>
          <a:xfrm>
            <a:off x="452143" y="2244090"/>
            <a:ext cx="8239713" cy="1511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NAME			: ROSHINI RAMES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SECTION		: 2 BITI S1G2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MATRIC		: B032110385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SUPERVISOR		: </a:t>
            </a:r>
            <a:r>
              <a:rPr lang="en-US" sz="2000" dirty="0"/>
              <a:t>DR.HALIZAH BINTI BASIRON</a:t>
            </a:r>
          </a:p>
          <a:p>
            <a:pPr marL="0" indent="0">
              <a:lnSpc>
                <a:spcPct val="150000"/>
              </a:lnSpc>
            </a:pPr>
            <a:r>
              <a:rPr lang="en" sz="2000" dirty="0"/>
              <a:t>EVALUATOR		: PROF.DR. AZAH KAMILAH BINTI DRAMAN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	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1A306-FEF2-C9DD-56EC-479D0FD4E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620308" y="874986"/>
            <a:ext cx="7903383" cy="3977121"/>
          </a:xfrm>
          <a:prstGeom prst="rect">
            <a:avLst/>
          </a:prstGeom>
        </p:spPr>
        <p:txBody>
          <a:bodyPr spcFirstLastPara="1" wrap="square" lIns="91425" tIns="91425" rIns="91425" bIns="91425" numCol="2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1. Background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2. Problem statement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3. Objectives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4. Project Scope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5. E.R.D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6. Calculations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7. Conclusion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  <p:sp>
        <p:nvSpPr>
          <p:cNvPr id="292" name="Google Shape;292;p28"/>
          <p:cNvSpPr txBox="1">
            <a:spLocks noGrp="1"/>
          </p:cNvSpPr>
          <p:nvPr>
            <p:ph type="title" idx="3"/>
          </p:nvPr>
        </p:nvSpPr>
        <p:spPr>
          <a:xfrm>
            <a:off x="620308" y="291393"/>
            <a:ext cx="11106116" cy="7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rgbClr val="AB66E4"/>
                </a:solidFill>
              </a:rPr>
              <a:t>AGENDA</a:t>
            </a:r>
            <a:endParaRPr u="sng" dirty="0">
              <a:solidFill>
                <a:srgbClr val="AB66E4"/>
              </a:solidFill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45B7209-216E-C5EA-0F40-9F1B20487914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6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ctrTitle"/>
          </p:nvPr>
        </p:nvSpPr>
        <p:spPr>
          <a:xfrm>
            <a:off x="523947" y="1907703"/>
            <a:ext cx="4563300" cy="22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AB66E4"/>
                </a:solidFill>
              </a:rPr>
              <a:t>PROJECT </a:t>
            </a:r>
            <a:r>
              <a:rPr lang="en" dirty="0">
                <a:solidFill>
                  <a:srgbClr val="2601AD"/>
                </a:solidFill>
              </a:rPr>
              <a:t> </a:t>
            </a:r>
            <a:r>
              <a:rPr lang="en" sz="4000" u="sng" dirty="0">
                <a:solidFill>
                  <a:srgbClr val="002060"/>
                </a:solidFill>
              </a:rPr>
              <a:t>INTRODUCTION</a:t>
            </a:r>
            <a:endParaRPr u="sng" dirty="0">
              <a:solidFill>
                <a:srgbClr val="002060"/>
              </a:solidFill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4951132" y="3328263"/>
            <a:ext cx="2363682" cy="81674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EEEC79-BCC0-5811-C0E6-6DBB663EE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 descr="A person shaking hands with another person&#10;&#10;Description automatically generated with low confidence">
            <a:extLst>
              <a:ext uri="{FF2B5EF4-FFF2-40B4-BE49-F238E27FC236}">
                <a16:creationId xmlns:a16="http://schemas.microsoft.com/office/drawing/2014/main" id="{2D14E599-E764-97C2-F914-19B57FE6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980" y="1095375"/>
            <a:ext cx="35433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4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0;p27">
            <a:extLst>
              <a:ext uri="{FF2B5EF4-FFF2-40B4-BE49-F238E27FC236}">
                <a16:creationId xmlns:a16="http://schemas.microsoft.com/office/drawing/2014/main" id="{613AB52F-C577-B37F-BEDB-D47E5FDBB842}"/>
              </a:ext>
            </a:extLst>
          </p:cNvPr>
          <p:cNvSpPr txBox="1">
            <a:spLocks/>
          </p:cNvSpPr>
          <p:nvPr/>
        </p:nvSpPr>
        <p:spPr>
          <a:xfrm>
            <a:off x="236220" y="173901"/>
            <a:ext cx="463296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r>
              <a:rPr lang="en-US" u="sng" dirty="0"/>
              <a:t>BACKGROUND</a:t>
            </a:r>
            <a:endParaRPr lang="en-US" u="sng" dirty="0">
              <a:solidFill>
                <a:schemeClr val="lt1"/>
              </a:solidFill>
            </a:endParaRPr>
          </a:p>
        </p:txBody>
      </p:sp>
      <p:sp>
        <p:nvSpPr>
          <p:cNvPr id="7" name="Google Shape;282;p27">
            <a:extLst>
              <a:ext uri="{FF2B5EF4-FFF2-40B4-BE49-F238E27FC236}">
                <a16:creationId xmlns:a16="http://schemas.microsoft.com/office/drawing/2014/main" id="{E1917366-63D3-785E-A717-9E54B9623E0A}"/>
              </a:ext>
            </a:extLst>
          </p:cNvPr>
          <p:cNvSpPr txBox="1"/>
          <p:nvPr/>
        </p:nvSpPr>
        <p:spPr>
          <a:xfrm>
            <a:off x="167640" y="936330"/>
            <a:ext cx="5236984" cy="376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anages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cybercafe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device bookings inclusive of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devices</a:t>
            </a:r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Cybercafe operates from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09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.00 </a:t>
            </a:r>
            <a:r>
              <a:rPr lang="en-US" sz="16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a.m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10.00p.m</a:t>
            </a: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Three membership options are available to be registered by members.</a:t>
            </a: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 device booking costs according to the duration of device usage and the membership discounts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Members have discounts of prices varying based on their membership plans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06EB08-BA3D-83B8-148D-D5087E163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Placeholder 8" descr="A long table with computers and chairs in a room with purple lights&#10;&#10;Description automatically generated with low confidence">
            <a:extLst>
              <a:ext uri="{FF2B5EF4-FFF2-40B4-BE49-F238E27FC236}">
                <a16:creationId xmlns:a16="http://schemas.microsoft.com/office/drawing/2014/main" id="{200D7D25-9E3D-77A0-02D8-E393FF65EE8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2271" r="12271"/>
          <a:stretch>
            <a:fillRect/>
          </a:stretch>
        </p:blipFill>
        <p:spPr>
          <a:xfrm>
            <a:off x="5107258" y="535000"/>
            <a:ext cx="3321341" cy="40734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 txBox="1"/>
          <p:nvPr/>
        </p:nvSpPr>
        <p:spPr>
          <a:xfrm>
            <a:off x="715050" y="80782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PROBLEM  </a:t>
            </a:r>
            <a:r>
              <a:rPr lang="en-US" sz="2400" u="sng" dirty="0">
                <a:solidFill>
                  <a:schemeClr val="bg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STATEMENT</a:t>
            </a:r>
          </a:p>
        </p:txBody>
      </p:sp>
      <p:sp>
        <p:nvSpPr>
          <p:cNvPr id="537" name="Google Shape;537;p42"/>
          <p:cNvSpPr txBox="1"/>
          <p:nvPr/>
        </p:nvSpPr>
        <p:spPr>
          <a:xfrm>
            <a:off x="516879" y="2099782"/>
            <a:ext cx="3128530" cy="113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TIME-CONSUMING AND INEFFICIENT BOOKING SERVICE</a:t>
            </a:r>
          </a:p>
        </p:txBody>
      </p:sp>
      <p:sp>
        <p:nvSpPr>
          <p:cNvPr id="539" name="Google Shape;539;p42"/>
          <p:cNvSpPr txBox="1"/>
          <p:nvPr/>
        </p:nvSpPr>
        <p:spPr>
          <a:xfrm>
            <a:off x="3286319" y="2930982"/>
            <a:ext cx="2571300" cy="129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HARD TO KEEP TRACK OF THE DEVICE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AVAILABILITY</a:t>
            </a:r>
            <a:endParaRPr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cxnSp>
        <p:nvCxnSpPr>
          <p:cNvPr id="549" name="Google Shape;549;p42"/>
          <p:cNvCxnSpPr>
            <a:cxnSpLocks/>
          </p:cNvCxnSpPr>
          <p:nvPr/>
        </p:nvCxnSpPr>
        <p:spPr>
          <a:xfrm rot="10800000" flipV="1">
            <a:off x="2081144" y="1783511"/>
            <a:ext cx="2490825" cy="316271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42"/>
          <p:cNvCxnSpPr>
            <a:cxnSpLocks/>
            <a:stCxn id="535" idx="2"/>
            <a:endCxn id="539" idx="0"/>
          </p:cNvCxnSpPr>
          <p:nvPr/>
        </p:nvCxnSpPr>
        <p:spPr>
          <a:xfrm rot="5400000">
            <a:off x="3784754" y="2143736"/>
            <a:ext cx="1574462" cy="3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42"/>
          <p:cNvCxnSpPr>
            <a:cxnSpLocks/>
          </p:cNvCxnSpPr>
          <p:nvPr/>
        </p:nvCxnSpPr>
        <p:spPr>
          <a:xfrm>
            <a:off x="4571969" y="1783510"/>
            <a:ext cx="2571267" cy="315336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39;p42">
            <a:extLst>
              <a:ext uri="{FF2B5EF4-FFF2-40B4-BE49-F238E27FC236}">
                <a16:creationId xmlns:a16="http://schemas.microsoft.com/office/drawing/2014/main" id="{F0C9DEFE-AE42-B3F8-A90C-326388FC80BF}"/>
              </a:ext>
            </a:extLst>
          </p:cNvPr>
          <p:cNvSpPr txBox="1"/>
          <p:nvPr/>
        </p:nvSpPr>
        <p:spPr>
          <a:xfrm>
            <a:off x="5857586" y="2227830"/>
            <a:ext cx="2571300" cy="125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MANUAL REPORTING OF SALES OF BOOKING</a:t>
            </a:r>
            <a:endParaRPr sz="20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D56E2-AF61-B3EB-F565-F682F602CADC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1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0;p27">
            <a:extLst>
              <a:ext uri="{FF2B5EF4-FFF2-40B4-BE49-F238E27FC236}">
                <a16:creationId xmlns:a16="http://schemas.microsoft.com/office/drawing/2014/main" id="{613AB52F-C577-B37F-BEDB-D47E5FDBB842}"/>
              </a:ext>
            </a:extLst>
          </p:cNvPr>
          <p:cNvSpPr txBox="1">
            <a:spLocks/>
          </p:cNvSpPr>
          <p:nvPr/>
        </p:nvSpPr>
        <p:spPr>
          <a:xfrm>
            <a:off x="256032" y="95535"/>
            <a:ext cx="463296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ed Hat Display Black"/>
              <a:buNone/>
              <a:defRPr sz="35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r>
              <a:rPr lang="en-US" sz="3200" u="sng" dirty="0"/>
              <a:t>OBJECTIVES</a:t>
            </a:r>
            <a:endParaRPr lang="en-US" sz="3200" u="sng" dirty="0">
              <a:solidFill>
                <a:schemeClr val="lt1"/>
              </a:solidFill>
            </a:endParaRPr>
          </a:p>
        </p:txBody>
      </p:sp>
      <p:sp>
        <p:nvSpPr>
          <p:cNvPr id="7" name="Google Shape;282;p27">
            <a:extLst>
              <a:ext uri="{FF2B5EF4-FFF2-40B4-BE49-F238E27FC236}">
                <a16:creationId xmlns:a16="http://schemas.microsoft.com/office/drawing/2014/main" id="{E1917366-63D3-785E-A717-9E54B9623E0A}"/>
              </a:ext>
            </a:extLst>
          </p:cNvPr>
          <p:cNvSpPr txBox="1"/>
          <p:nvPr/>
        </p:nvSpPr>
        <p:spPr>
          <a:xfrm>
            <a:off x="0" y="579131"/>
            <a:ext cx="5410200" cy="419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419100" marR="746760" indent="-34290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 identify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requirements for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cybercafe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management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system.</a:t>
            </a:r>
          </a:p>
          <a:p>
            <a:pPr marL="419100" marR="746760" indent="-34290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19100" marR="746760" indent="-34290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design the processes involved in the system and analyze the requirements of the system.</a:t>
            </a:r>
          </a:p>
          <a:p>
            <a:pPr marL="419100" marR="746760" indent="-34290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19100" marR="746760" indent="-34290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develop the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RH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Cybercafe Management System using SQL and C++ based on the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075158-53E9-F65C-8CC6-711CE9B94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7</a:t>
            </a:fld>
            <a:endParaRPr lang="en-US" dirty="0"/>
          </a:p>
        </p:txBody>
      </p:sp>
      <p:pic>
        <p:nvPicPr>
          <p:cNvPr id="13" name="Picture 12" descr="A hand holding a glowing target&#10;&#10;Description automatically generated with medium confidence">
            <a:extLst>
              <a:ext uri="{FF2B5EF4-FFF2-40B4-BE49-F238E27FC236}">
                <a16:creationId xmlns:a16="http://schemas.microsoft.com/office/drawing/2014/main" id="{08973444-C1A0-A62E-CCB8-BC34FE5EBF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83"/>
          <a:stretch/>
        </p:blipFill>
        <p:spPr>
          <a:xfrm>
            <a:off x="5145024" y="0"/>
            <a:ext cx="3998976" cy="5143499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EE8861A-0B1F-919F-0162-329E506F5E90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>
                <a:solidFill>
                  <a:schemeClr val="accent6"/>
                </a:solidFill>
              </a:rPr>
              <a:pPr algn="r"/>
              <a:t>7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988766" y="1929750"/>
            <a:ext cx="250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988666" y="2072700"/>
            <a:ext cx="2505300" cy="90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ADMIN</a:t>
            </a:r>
          </a:p>
        </p:txBody>
      </p:sp>
      <p:sp>
        <p:nvSpPr>
          <p:cNvPr id="292" name="Google Shape;292;p28"/>
          <p:cNvSpPr txBox="1">
            <a:spLocks noGrp="1"/>
          </p:cNvSpPr>
          <p:nvPr>
            <p:ph type="title" idx="3"/>
          </p:nvPr>
        </p:nvSpPr>
        <p:spPr>
          <a:xfrm>
            <a:off x="628390" y="532839"/>
            <a:ext cx="7713900" cy="7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lt1"/>
                </a:solidFill>
              </a:rPr>
              <a:t>USERS </a:t>
            </a:r>
            <a:r>
              <a:rPr lang="en" u="sng" dirty="0">
                <a:solidFill>
                  <a:schemeClr val="tx1"/>
                </a:solidFill>
              </a:rPr>
              <a:t>SCOPE</a:t>
            </a:r>
            <a:endParaRPr u="sng" dirty="0">
              <a:solidFill>
                <a:schemeClr val="tx1"/>
              </a:solidFill>
            </a:endParaRPr>
          </a:p>
        </p:txBody>
      </p:sp>
      <p:sp>
        <p:nvSpPr>
          <p:cNvPr id="293" name="Google Shape;293;p28"/>
          <p:cNvSpPr txBox="1">
            <a:spLocks noGrp="1"/>
          </p:cNvSpPr>
          <p:nvPr>
            <p:ph type="title" idx="4"/>
          </p:nvPr>
        </p:nvSpPr>
        <p:spPr>
          <a:xfrm>
            <a:off x="3781914" y="1900190"/>
            <a:ext cx="250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3831439" y="2043140"/>
            <a:ext cx="2505300" cy="90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STAFF</a:t>
            </a:r>
            <a:endParaRPr dirty="0"/>
          </a:p>
        </p:txBody>
      </p:sp>
      <p:sp>
        <p:nvSpPr>
          <p:cNvPr id="296" name="Google Shape;296;p28"/>
          <p:cNvSpPr txBox="1">
            <a:spLocks noGrp="1"/>
          </p:cNvSpPr>
          <p:nvPr>
            <p:ph type="title" idx="7"/>
          </p:nvPr>
        </p:nvSpPr>
        <p:spPr>
          <a:xfrm>
            <a:off x="6197366" y="1929750"/>
            <a:ext cx="250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6197366" y="2072700"/>
            <a:ext cx="2505300" cy="90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MEMBER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AA2726-2319-8D0D-7E34-7E0281A5932D}"/>
              </a:ext>
            </a:extLst>
          </p:cNvPr>
          <p:cNvSpPr/>
          <p:nvPr/>
        </p:nvSpPr>
        <p:spPr>
          <a:xfrm>
            <a:off x="715100" y="1655379"/>
            <a:ext cx="2112580" cy="1891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80E633-9242-A28C-0F49-1ED3503C0DCA}"/>
              </a:ext>
            </a:extLst>
          </p:cNvPr>
          <p:cNvSpPr/>
          <p:nvPr/>
        </p:nvSpPr>
        <p:spPr>
          <a:xfrm>
            <a:off x="3444874" y="1625819"/>
            <a:ext cx="2112580" cy="1891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A5AF2D-D37F-1BFC-E949-B680825B4DBB}"/>
              </a:ext>
            </a:extLst>
          </p:cNvPr>
          <p:cNvSpPr/>
          <p:nvPr/>
        </p:nvSpPr>
        <p:spPr>
          <a:xfrm>
            <a:off x="6073770" y="1625819"/>
            <a:ext cx="2112580" cy="1891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FC6117E-CF66-EB4E-CD63-EF7C37B2DB18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0"/>
          <p:cNvSpPr txBox="1">
            <a:spLocks noGrp="1"/>
          </p:cNvSpPr>
          <p:nvPr>
            <p:ph type="title"/>
          </p:nvPr>
        </p:nvSpPr>
        <p:spPr>
          <a:xfrm>
            <a:off x="532220" y="370960"/>
            <a:ext cx="2637700" cy="72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 dirty="0"/>
              <a:t>SYSTEM </a:t>
            </a:r>
            <a:r>
              <a:rPr lang="en" sz="2400" u="sng" dirty="0">
                <a:solidFill>
                  <a:schemeClr val="lt1"/>
                </a:solidFill>
              </a:rPr>
              <a:t>SCOPE</a:t>
            </a:r>
            <a:endParaRPr sz="2400" u="sng" dirty="0">
              <a:solidFill>
                <a:schemeClr val="lt1"/>
              </a:solidFill>
            </a:endParaRPr>
          </a:p>
        </p:txBody>
      </p:sp>
      <p:sp>
        <p:nvSpPr>
          <p:cNvPr id="483" name="Google Shape;483;p40"/>
          <p:cNvSpPr txBox="1"/>
          <p:nvPr/>
        </p:nvSpPr>
        <p:spPr>
          <a:xfrm>
            <a:off x="433252" y="849925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01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1175423" y="3495909"/>
            <a:ext cx="3011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BOOKING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86" name="Google Shape;486;p40"/>
          <p:cNvSpPr txBox="1"/>
          <p:nvPr/>
        </p:nvSpPr>
        <p:spPr>
          <a:xfrm>
            <a:off x="449061" y="1719892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02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88" name="Google Shape;488;p40"/>
          <p:cNvSpPr txBox="1"/>
          <p:nvPr/>
        </p:nvSpPr>
        <p:spPr>
          <a:xfrm>
            <a:off x="5166263" y="1328943"/>
            <a:ext cx="3547569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DEVICE ENTRY 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89" name="Google Shape;489;p40"/>
          <p:cNvSpPr txBox="1"/>
          <p:nvPr/>
        </p:nvSpPr>
        <p:spPr>
          <a:xfrm>
            <a:off x="449061" y="2594509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03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1" name="Google Shape;491;p40"/>
          <p:cNvSpPr txBox="1"/>
          <p:nvPr/>
        </p:nvSpPr>
        <p:spPr>
          <a:xfrm>
            <a:off x="1175423" y="4198504"/>
            <a:ext cx="3011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PAYMENT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2" name="Google Shape;492;p40"/>
          <p:cNvSpPr txBox="1"/>
          <p:nvPr/>
        </p:nvSpPr>
        <p:spPr>
          <a:xfrm>
            <a:off x="413139" y="4242399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05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4" name="Google Shape;494;p40"/>
          <p:cNvSpPr txBox="1"/>
          <p:nvPr/>
        </p:nvSpPr>
        <p:spPr>
          <a:xfrm>
            <a:off x="1153377" y="1697961"/>
            <a:ext cx="3011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REGISTER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5" name="Google Shape;495;p40"/>
          <p:cNvSpPr txBox="1"/>
          <p:nvPr/>
        </p:nvSpPr>
        <p:spPr>
          <a:xfrm>
            <a:off x="4366027" y="394748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06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7" name="Google Shape;497;p40"/>
          <p:cNvSpPr txBox="1"/>
          <p:nvPr/>
        </p:nvSpPr>
        <p:spPr>
          <a:xfrm>
            <a:off x="5166263" y="449880"/>
            <a:ext cx="368317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USER MANAGEMENT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498" name="Google Shape;498;p40"/>
          <p:cNvSpPr txBox="1"/>
          <p:nvPr/>
        </p:nvSpPr>
        <p:spPr>
          <a:xfrm>
            <a:off x="4388709" y="1304024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07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500" name="Google Shape;500;p40"/>
          <p:cNvSpPr txBox="1"/>
          <p:nvPr/>
        </p:nvSpPr>
        <p:spPr>
          <a:xfrm>
            <a:off x="5211127" y="2088957"/>
            <a:ext cx="354756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DEVICE MAINTENANCE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cxnSp>
        <p:nvCxnSpPr>
          <p:cNvPr id="501" name="Google Shape;501;p40"/>
          <p:cNvCxnSpPr>
            <a:cxnSpLocks/>
          </p:cNvCxnSpPr>
          <p:nvPr/>
        </p:nvCxnSpPr>
        <p:spPr>
          <a:xfrm>
            <a:off x="855802" y="1290613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489;p40">
            <a:extLst>
              <a:ext uri="{FF2B5EF4-FFF2-40B4-BE49-F238E27FC236}">
                <a16:creationId xmlns:a16="http://schemas.microsoft.com/office/drawing/2014/main" id="{61F88E21-3B7D-4B68-79F9-76FBC15E9DAA}"/>
              </a:ext>
            </a:extLst>
          </p:cNvPr>
          <p:cNvSpPr txBox="1"/>
          <p:nvPr/>
        </p:nvSpPr>
        <p:spPr>
          <a:xfrm>
            <a:off x="443166" y="3517840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04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6" name="Google Shape;491;p40">
            <a:extLst>
              <a:ext uri="{FF2B5EF4-FFF2-40B4-BE49-F238E27FC236}">
                <a16:creationId xmlns:a16="http://schemas.microsoft.com/office/drawing/2014/main" id="{EEC35B36-58D3-DE46-654D-905A37B6BC0E}"/>
              </a:ext>
            </a:extLst>
          </p:cNvPr>
          <p:cNvSpPr txBox="1"/>
          <p:nvPr/>
        </p:nvSpPr>
        <p:spPr>
          <a:xfrm>
            <a:off x="1184691" y="861386"/>
            <a:ext cx="3011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LOGIN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cxnSp>
        <p:nvCxnSpPr>
          <p:cNvPr id="7" name="Google Shape;502;p40">
            <a:extLst>
              <a:ext uri="{FF2B5EF4-FFF2-40B4-BE49-F238E27FC236}">
                <a16:creationId xmlns:a16="http://schemas.microsoft.com/office/drawing/2014/main" id="{92028276-10A8-233A-10A8-1CC9E8BB6B2A}"/>
              </a:ext>
            </a:extLst>
          </p:cNvPr>
          <p:cNvCxnSpPr>
            <a:cxnSpLocks/>
          </p:cNvCxnSpPr>
          <p:nvPr/>
        </p:nvCxnSpPr>
        <p:spPr>
          <a:xfrm>
            <a:off x="873973" y="3152042"/>
            <a:ext cx="0" cy="3531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89;p40">
            <a:extLst>
              <a:ext uri="{FF2B5EF4-FFF2-40B4-BE49-F238E27FC236}">
                <a16:creationId xmlns:a16="http://schemas.microsoft.com/office/drawing/2014/main" id="{CF259366-4049-DA8A-1BF1-0E8BEE3F91DB}"/>
              </a:ext>
            </a:extLst>
          </p:cNvPr>
          <p:cNvSpPr txBox="1"/>
          <p:nvPr/>
        </p:nvSpPr>
        <p:spPr>
          <a:xfrm>
            <a:off x="4366027" y="2112584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08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9" name="Google Shape;491;p40">
            <a:extLst>
              <a:ext uri="{FF2B5EF4-FFF2-40B4-BE49-F238E27FC236}">
                <a16:creationId xmlns:a16="http://schemas.microsoft.com/office/drawing/2014/main" id="{67900BEE-AB1E-6CF3-A65B-CAF7457909BD}"/>
              </a:ext>
            </a:extLst>
          </p:cNvPr>
          <p:cNvSpPr txBox="1"/>
          <p:nvPr/>
        </p:nvSpPr>
        <p:spPr>
          <a:xfrm>
            <a:off x="1153151" y="2565005"/>
            <a:ext cx="328708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FORGOT PASSWORD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28A4B27F-A0FC-4F5A-9208-3DC86AF7AF33}"/>
              </a:ext>
            </a:extLst>
          </p:cNvPr>
          <p:cNvSpPr txBox="1">
            <a:spLocks/>
          </p:cNvSpPr>
          <p:nvPr/>
        </p:nvSpPr>
        <p:spPr>
          <a:xfrm>
            <a:off x="7031558" y="4705940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9</a:t>
            </a:fld>
            <a:endParaRPr lang="en-US" dirty="0"/>
          </a:p>
        </p:txBody>
      </p:sp>
      <p:sp>
        <p:nvSpPr>
          <p:cNvPr id="11" name="Google Shape;483;p40">
            <a:extLst>
              <a:ext uri="{FF2B5EF4-FFF2-40B4-BE49-F238E27FC236}">
                <a16:creationId xmlns:a16="http://schemas.microsoft.com/office/drawing/2014/main" id="{1B0CA21B-1188-48C0-377C-7DCBD0D65340}"/>
              </a:ext>
            </a:extLst>
          </p:cNvPr>
          <p:cNvSpPr txBox="1"/>
          <p:nvPr/>
        </p:nvSpPr>
        <p:spPr>
          <a:xfrm>
            <a:off x="4432827" y="3032267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09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12" name="Google Shape;486;p40">
            <a:extLst>
              <a:ext uri="{FF2B5EF4-FFF2-40B4-BE49-F238E27FC236}">
                <a16:creationId xmlns:a16="http://schemas.microsoft.com/office/drawing/2014/main" id="{62CCAB84-602C-DE5A-95F7-E7DD8D93D99B}"/>
              </a:ext>
            </a:extLst>
          </p:cNvPr>
          <p:cNvSpPr txBox="1"/>
          <p:nvPr/>
        </p:nvSpPr>
        <p:spPr>
          <a:xfrm>
            <a:off x="4441884" y="3977801"/>
            <a:ext cx="84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10</a:t>
            </a:r>
            <a:endParaRPr sz="2300" dirty="0">
              <a:solidFill>
                <a:schemeClr val="lt1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13" name="Google Shape;494;p40">
            <a:extLst>
              <a:ext uri="{FF2B5EF4-FFF2-40B4-BE49-F238E27FC236}">
                <a16:creationId xmlns:a16="http://schemas.microsoft.com/office/drawing/2014/main" id="{C53BEE82-55E3-5B58-AF2E-394BFCB022BC}"/>
              </a:ext>
            </a:extLst>
          </p:cNvPr>
          <p:cNvSpPr txBox="1"/>
          <p:nvPr/>
        </p:nvSpPr>
        <p:spPr>
          <a:xfrm>
            <a:off x="5233809" y="3876017"/>
            <a:ext cx="488792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MEMBERSHIP RENEWAL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sp>
        <p:nvSpPr>
          <p:cNvPr id="14" name="Google Shape;500;p40">
            <a:extLst>
              <a:ext uri="{FF2B5EF4-FFF2-40B4-BE49-F238E27FC236}">
                <a16:creationId xmlns:a16="http://schemas.microsoft.com/office/drawing/2014/main" id="{4D6F127E-B32D-A614-39FC-0E68BCF9CE02}"/>
              </a:ext>
            </a:extLst>
          </p:cNvPr>
          <p:cNvSpPr txBox="1"/>
          <p:nvPr/>
        </p:nvSpPr>
        <p:spPr>
          <a:xfrm>
            <a:off x="5286984" y="2956334"/>
            <a:ext cx="3011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100248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REPORT MODULE</a:t>
            </a:r>
            <a:endParaRPr sz="1600" dirty="0">
              <a:solidFill>
                <a:srgbClr val="100248"/>
              </a:solidFill>
              <a:latin typeface="Red Hat Display Black"/>
              <a:ea typeface="Red Hat Display Black"/>
              <a:cs typeface="Red Hat Display Black"/>
              <a:sym typeface="Red Hat Display Black"/>
            </a:endParaRPr>
          </a:p>
        </p:txBody>
      </p:sp>
      <p:cxnSp>
        <p:nvCxnSpPr>
          <p:cNvPr id="42" name="Google Shape;501;p40">
            <a:extLst>
              <a:ext uri="{FF2B5EF4-FFF2-40B4-BE49-F238E27FC236}">
                <a16:creationId xmlns:a16="http://schemas.microsoft.com/office/drawing/2014/main" id="{0D72C22A-CB57-994C-22ED-CF4E9BBC1EAE}"/>
              </a:ext>
            </a:extLst>
          </p:cNvPr>
          <p:cNvCxnSpPr>
            <a:cxnSpLocks/>
          </p:cNvCxnSpPr>
          <p:nvPr/>
        </p:nvCxnSpPr>
        <p:spPr>
          <a:xfrm>
            <a:off x="4811259" y="884404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501;p40">
            <a:extLst>
              <a:ext uri="{FF2B5EF4-FFF2-40B4-BE49-F238E27FC236}">
                <a16:creationId xmlns:a16="http://schemas.microsoft.com/office/drawing/2014/main" id="{280628E0-7A03-0991-89B4-06355E0AC9D2}"/>
              </a:ext>
            </a:extLst>
          </p:cNvPr>
          <p:cNvCxnSpPr>
            <a:cxnSpLocks/>
          </p:cNvCxnSpPr>
          <p:nvPr/>
        </p:nvCxnSpPr>
        <p:spPr>
          <a:xfrm>
            <a:off x="4823781" y="1731097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501;p40">
            <a:extLst>
              <a:ext uri="{FF2B5EF4-FFF2-40B4-BE49-F238E27FC236}">
                <a16:creationId xmlns:a16="http://schemas.microsoft.com/office/drawing/2014/main" id="{4668CC96-7F3C-87A5-4484-C258F71EA5DB}"/>
              </a:ext>
            </a:extLst>
          </p:cNvPr>
          <p:cNvCxnSpPr>
            <a:cxnSpLocks/>
          </p:cNvCxnSpPr>
          <p:nvPr/>
        </p:nvCxnSpPr>
        <p:spPr>
          <a:xfrm>
            <a:off x="4831579" y="2571750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Google Shape;501;p40">
            <a:extLst>
              <a:ext uri="{FF2B5EF4-FFF2-40B4-BE49-F238E27FC236}">
                <a16:creationId xmlns:a16="http://schemas.microsoft.com/office/drawing/2014/main" id="{ADA1FA1C-CDAD-0B20-B71A-02BD4F04131E}"/>
              </a:ext>
            </a:extLst>
          </p:cNvPr>
          <p:cNvCxnSpPr>
            <a:cxnSpLocks/>
          </p:cNvCxnSpPr>
          <p:nvPr/>
        </p:nvCxnSpPr>
        <p:spPr>
          <a:xfrm>
            <a:off x="4857739" y="3505200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501;p40">
            <a:extLst>
              <a:ext uri="{FF2B5EF4-FFF2-40B4-BE49-F238E27FC236}">
                <a16:creationId xmlns:a16="http://schemas.microsoft.com/office/drawing/2014/main" id="{0A1F6668-21A1-4BBE-18FC-7BE0C110A3B6}"/>
              </a:ext>
            </a:extLst>
          </p:cNvPr>
          <p:cNvCxnSpPr>
            <a:cxnSpLocks/>
          </p:cNvCxnSpPr>
          <p:nvPr/>
        </p:nvCxnSpPr>
        <p:spPr>
          <a:xfrm>
            <a:off x="865716" y="2168186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501;p40">
            <a:extLst>
              <a:ext uri="{FF2B5EF4-FFF2-40B4-BE49-F238E27FC236}">
                <a16:creationId xmlns:a16="http://schemas.microsoft.com/office/drawing/2014/main" id="{6C174A2A-619C-11AE-4532-C446452CDEFD}"/>
              </a:ext>
            </a:extLst>
          </p:cNvPr>
          <p:cNvCxnSpPr>
            <a:cxnSpLocks/>
          </p:cNvCxnSpPr>
          <p:nvPr/>
        </p:nvCxnSpPr>
        <p:spPr>
          <a:xfrm>
            <a:off x="873973" y="3924154"/>
            <a:ext cx="0" cy="3839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/>
          <p:nvPr/>
        </p:nvSpPr>
        <p:spPr>
          <a:xfrm>
            <a:off x="4752797" y="1447338"/>
            <a:ext cx="3676094" cy="2248801"/>
          </a:xfrm>
          <a:custGeom>
            <a:avLst/>
            <a:gdLst/>
            <a:ahLst/>
            <a:cxnLst/>
            <a:rect l="l" t="t" r="r" b="b"/>
            <a:pathLst>
              <a:path w="72389" h="44283" extrusionOk="0">
                <a:moveTo>
                  <a:pt x="26583" y="1"/>
                </a:moveTo>
                <a:cubicBezTo>
                  <a:pt x="23094" y="1"/>
                  <a:pt x="19591" y="1054"/>
                  <a:pt x="16105" y="3722"/>
                </a:cubicBezTo>
                <a:cubicBezTo>
                  <a:pt x="1" y="16050"/>
                  <a:pt x="11643" y="35040"/>
                  <a:pt x="24886" y="39837"/>
                </a:cubicBezTo>
                <a:cubicBezTo>
                  <a:pt x="31015" y="42057"/>
                  <a:pt x="39494" y="44282"/>
                  <a:pt x="47556" y="44282"/>
                </a:cubicBezTo>
                <a:cubicBezTo>
                  <a:pt x="54172" y="44282"/>
                  <a:pt x="60508" y="42784"/>
                  <a:pt x="65034" y="38556"/>
                </a:cubicBezTo>
                <a:cubicBezTo>
                  <a:pt x="69420" y="34460"/>
                  <a:pt x="72389" y="27520"/>
                  <a:pt x="70023" y="20662"/>
                </a:cubicBezTo>
                <a:cubicBezTo>
                  <a:pt x="67118" y="12239"/>
                  <a:pt x="60279" y="15056"/>
                  <a:pt x="54282" y="12126"/>
                </a:cubicBezTo>
                <a:cubicBezTo>
                  <a:pt x="45553" y="7862"/>
                  <a:pt x="36117" y="1"/>
                  <a:pt x="2658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title"/>
          </p:nvPr>
        </p:nvSpPr>
        <p:spPr>
          <a:xfrm>
            <a:off x="785918" y="2115905"/>
            <a:ext cx="5475410" cy="14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ENTITY </a:t>
            </a:r>
            <a:br>
              <a:rPr lang="en" u="sng" dirty="0"/>
            </a:br>
            <a:r>
              <a:rPr lang="en" u="sng" dirty="0">
                <a:solidFill>
                  <a:srgbClr val="AB66E4"/>
                </a:solidFill>
              </a:rPr>
              <a:t>RELATIONSHIP </a:t>
            </a:r>
            <a:br>
              <a:rPr lang="en" u="sng" dirty="0"/>
            </a:br>
            <a:r>
              <a:rPr lang="en" u="sng" dirty="0"/>
              <a:t>DIAGRAM</a:t>
            </a:r>
            <a:endParaRPr u="sng" dirty="0"/>
          </a:p>
        </p:txBody>
      </p:sp>
      <p:sp>
        <p:nvSpPr>
          <p:cNvPr id="314" name="Google Shape;314;p30"/>
          <p:cNvSpPr/>
          <p:nvPr/>
        </p:nvSpPr>
        <p:spPr>
          <a:xfrm rot="578220">
            <a:off x="4935700" y="2983251"/>
            <a:ext cx="2363653" cy="81673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5" name="Google Shape;315;p30"/>
          <p:cNvGrpSpPr/>
          <p:nvPr/>
        </p:nvGrpSpPr>
        <p:grpSpPr>
          <a:xfrm>
            <a:off x="5517056" y="1818040"/>
            <a:ext cx="2961439" cy="1755951"/>
            <a:chOff x="5517056" y="1868415"/>
            <a:chExt cx="2961439" cy="1755951"/>
          </a:xfrm>
        </p:grpSpPr>
        <p:sp>
          <p:nvSpPr>
            <p:cNvPr id="316" name="Google Shape;316;p30"/>
            <p:cNvSpPr/>
            <p:nvPr/>
          </p:nvSpPr>
          <p:spPr>
            <a:xfrm>
              <a:off x="7291506" y="1868415"/>
              <a:ext cx="507820" cy="347104"/>
            </a:xfrm>
            <a:custGeom>
              <a:avLst/>
              <a:gdLst/>
              <a:ahLst/>
              <a:cxnLst/>
              <a:rect l="l" t="t" r="r" b="b"/>
              <a:pathLst>
                <a:path w="38413" h="26256" extrusionOk="0">
                  <a:moveTo>
                    <a:pt x="16909" y="0"/>
                  </a:moveTo>
                  <a:cubicBezTo>
                    <a:pt x="7571" y="0"/>
                    <a:pt x="1" y="5618"/>
                    <a:pt x="1" y="12547"/>
                  </a:cubicBezTo>
                  <a:cubicBezTo>
                    <a:pt x="1" y="19479"/>
                    <a:pt x="7571" y="25097"/>
                    <a:pt x="16909" y="25097"/>
                  </a:cubicBezTo>
                  <a:cubicBezTo>
                    <a:pt x="20891" y="25097"/>
                    <a:pt x="24546" y="24074"/>
                    <a:pt x="27432" y="22368"/>
                  </a:cubicBezTo>
                  <a:lnTo>
                    <a:pt x="37212" y="26203"/>
                  </a:lnTo>
                  <a:cubicBezTo>
                    <a:pt x="37303" y="26239"/>
                    <a:pt x="37392" y="26255"/>
                    <a:pt x="37478" y="26255"/>
                  </a:cubicBezTo>
                  <a:cubicBezTo>
                    <a:pt x="38029" y="26255"/>
                    <a:pt x="38413" y="25577"/>
                    <a:pt x="38002" y="25095"/>
                  </a:cubicBezTo>
                  <a:lnTo>
                    <a:pt x="32065" y="18112"/>
                  </a:lnTo>
                  <a:cubicBezTo>
                    <a:pt x="33187" y="16434"/>
                    <a:pt x="33818" y="14546"/>
                    <a:pt x="33818" y="12547"/>
                  </a:cubicBezTo>
                  <a:cubicBezTo>
                    <a:pt x="33818" y="5618"/>
                    <a:pt x="26247" y="0"/>
                    <a:pt x="16909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6266325" y="1932624"/>
              <a:ext cx="581183" cy="347104"/>
            </a:xfrm>
            <a:custGeom>
              <a:avLst/>
              <a:gdLst/>
              <a:ahLst/>
              <a:cxnLst/>
              <a:rect l="l" t="t" r="r" b="b"/>
              <a:pathLst>
                <a:path w="50439" h="30124" extrusionOk="0">
                  <a:moveTo>
                    <a:pt x="25349" y="0"/>
                  </a:moveTo>
                  <a:cubicBezTo>
                    <a:pt x="14177" y="0"/>
                    <a:pt x="5118" y="6265"/>
                    <a:pt x="5118" y="13994"/>
                  </a:cubicBezTo>
                  <a:cubicBezTo>
                    <a:pt x="5118" y="16031"/>
                    <a:pt x="5752" y="17963"/>
                    <a:pt x="6883" y="19710"/>
                  </a:cubicBezTo>
                  <a:lnTo>
                    <a:pt x="344" y="29025"/>
                  </a:lnTo>
                  <a:cubicBezTo>
                    <a:pt x="1" y="29515"/>
                    <a:pt x="390" y="30123"/>
                    <a:pt x="907" y="30123"/>
                  </a:cubicBezTo>
                  <a:cubicBezTo>
                    <a:pt x="1004" y="30123"/>
                    <a:pt x="1106" y="30102"/>
                    <a:pt x="1209" y="30054"/>
                  </a:cubicBezTo>
                  <a:lnTo>
                    <a:pt x="12491" y="24800"/>
                  </a:lnTo>
                  <a:cubicBezTo>
                    <a:pt x="15988" y="26793"/>
                    <a:pt x="20465" y="27989"/>
                    <a:pt x="25349" y="27989"/>
                  </a:cubicBezTo>
                  <a:cubicBezTo>
                    <a:pt x="30231" y="27989"/>
                    <a:pt x="35044" y="26698"/>
                    <a:pt x="38594" y="24569"/>
                  </a:cubicBezTo>
                  <a:lnTo>
                    <a:pt x="49230" y="29520"/>
                  </a:lnTo>
                  <a:cubicBezTo>
                    <a:pt x="49333" y="29568"/>
                    <a:pt x="49435" y="29590"/>
                    <a:pt x="49532" y="29590"/>
                  </a:cubicBezTo>
                  <a:cubicBezTo>
                    <a:pt x="50049" y="29590"/>
                    <a:pt x="50438" y="28982"/>
                    <a:pt x="50095" y="28491"/>
                  </a:cubicBezTo>
                  <a:lnTo>
                    <a:pt x="43871" y="19623"/>
                  </a:lnTo>
                  <a:cubicBezTo>
                    <a:pt x="44967" y="17899"/>
                    <a:pt x="45577" y="15998"/>
                    <a:pt x="45577" y="13994"/>
                  </a:cubicBezTo>
                  <a:cubicBezTo>
                    <a:pt x="45577" y="6265"/>
                    <a:pt x="36521" y="0"/>
                    <a:pt x="25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8" name="Google Shape;318;p30"/>
            <p:cNvGrpSpPr/>
            <p:nvPr/>
          </p:nvGrpSpPr>
          <p:grpSpPr>
            <a:xfrm>
              <a:off x="5517056" y="2166280"/>
              <a:ext cx="2961439" cy="1458087"/>
              <a:chOff x="5517056" y="2166280"/>
              <a:chExt cx="2961439" cy="1458087"/>
            </a:xfrm>
          </p:grpSpPr>
          <p:sp>
            <p:nvSpPr>
              <p:cNvPr id="319" name="Google Shape;319;p30"/>
              <p:cNvSpPr/>
              <p:nvPr/>
            </p:nvSpPr>
            <p:spPr>
              <a:xfrm>
                <a:off x="6437539" y="2727125"/>
                <a:ext cx="159883" cy="149082"/>
              </a:xfrm>
              <a:custGeom>
                <a:avLst/>
                <a:gdLst/>
                <a:ahLst/>
                <a:cxnLst/>
                <a:rect l="l" t="t" r="r" b="b"/>
                <a:pathLst>
                  <a:path w="12094" h="11277" extrusionOk="0">
                    <a:moveTo>
                      <a:pt x="5383" y="0"/>
                    </a:moveTo>
                    <a:cubicBezTo>
                      <a:pt x="1557" y="0"/>
                      <a:pt x="0" y="8470"/>
                      <a:pt x="0" y="8470"/>
                    </a:cubicBezTo>
                    <a:lnTo>
                      <a:pt x="5126" y="11277"/>
                    </a:lnTo>
                    <a:cubicBezTo>
                      <a:pt x="5126" y="11277"/>
                      <a:pt x="12094" y="2552"/>
                      <a:pt x="6540" y="246"/>
                    </a:cubicBezTo>
                    <a:cubicBezTo>
                      <a:pt x="6133" y="77"/>
                      <a:pt x="5748" y="0"/>
                      <a:pt x="5383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0"/>
              <p:cNvSpPr/>
              <p:nvPr/>
            </p:nvSpPr>
            <p:spPr>
              <a:xfrm>
                <a:off x="5552975" y="2702166"/>
                <a:ext cx="167048" cy="148130"/>
              </a:xfrm>
              <a:custGeom>
                <a:avLst/>
                <a:gdLst/>
                <a:ahLst/>
                <a:cxnLst/>
                <a:rect l="l" t="t" r="r" b="b"/>
                <a:pathLst>
                  <a:path w="12636" h="11205" extrusionOk="0">
                    <a:moveTo>
                      <a:pt x="6680" y="1"/>
                    </a:moveTo>
                    <a:cubicBezTo>
                      <a:pt x="6237" y="1"/>
                      <a:pt x="5774" y="117"/>
                      <a:pt x="5293" y="376"/>
                    </a:cubicBezTo>
                    <a:cubicBezTo>
                      <a:pt x="1" y="3234"/>
                      <a:pt x="7820" y="11205"/>
                      <a:pt x="7820" y="11205"/>
                    </a:cubicBezTo>
                    <a:lnTo>
                      <a:pt x="12635" y="7893"/>
                    </a:lnTo>
                    <a:cubicBezTo>
                      <a:pt x="12635" y="7893"/>
                      <a:pt x="10335" y="1"/>
                      <a:pt x="6680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0"/>
              <p:cNvSpPr/>
              <p:nvPr/>
            </p:nvSpPr>
            <p:spPr>
              <a:xfrm>
                <a:off x="6041586" y="2635775"/>
                <a:ext cx="122853" cy="140463"/>
              </a:xfrm>
              <a:custGeom>
                <a:avLst/>
                <a:gdLst/>
                <a:ahLst/>
                <a:cxnLst/>
                <a:rect l="l" t="t" r="r" b="b"/>
                <a:pathLst>
                  <a:path w="9293" h="10625" extrusionOk="0">
                    <a:moveTo>
                      <a:pt x="124" y="1"/>
                    </a:moveTo>
                    <a:cubicBezTo>
                      <a:pt x="124" y="1"/>
                      <a:pt x="106" y="5319"/>
                      <a:pt x="0" y="8277"/>
                    </a:cubicBezTo>
                    <a:cubicBezTo>
                      <a:pt x="0" y="8277"/>
                      <a:pt x="2861" y="10624"/>
                      <a:pt x="4646" y="10624"/>
                    </a:cubicBezTo>
                    <a:cubicBezTo>
                      <a:pt x="7943" y="10624"/>
                      <a:pt x="9292" y="10178"/>
                      <a:pt x="9292" y="10178"/>
                    </a:cubicBezTo>
                    <a:cubicBezTo>
                      <a:pt x="9292" y="10178"/>
                      <a:pt x="8792" y="3174"/>
                      <a:pt x="8492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0"/>
              <p:cNvSpPr/>
              <p:nvPr/>
            </p:nvSpPr>
            <p:spPr>
              <a:xfrm>
                <a:off x="6046940" y="2484234"/>
                <a:ext cx="174953" cy="182410"/>
              </a:xfrm>
              <a:custGeom>
                <a:avLst/>
                <a:gdLst/>
                <a:ahLst/>
                <a:cxnLst/>
                <a:rect l="l" t="t" r="r" b="b"/>
                <a:pathLst>
                  <a:path w="13234" h="13798" extrusionOk="0">
                    <a:moveTo>
                      <a:pt x="5780" y="0"/>
                    </a:moveTo>
                    <a:cubicBezTo>
                      <a:pt x="4143" y="0"/>
                      <a:pt x="2607" y="252"/>
                      <a:pt x="1902" y="892"/>
                    </a:cubicBezTo>
                    <a:cubicBezTo>
                      <a:pt x="101" y="2528"/>
                      <a:pt x="1" y="6369"/>
                      <a:pt x="935" y="7536"/>
                    </a:cubicBezTo>
                    <a:cubicBezTo>
                      <a:pt x="1868" y="8703"/>
                      <a:pt x="4808" y="8906"/>
                      <a:pt x="4808" y="8906"/>
                    </a:cubicBezTo>
                    <a:cubicBezTo>
                      <a:pt x="4808" y="8906"/>
                      <a:pt x="2815" y="12303"/>
                      <a:pt x="6504" y="13742"/>
                    </a:cubicBezTo>
                    <a:cubicBezTo>
                      <a:pt x="6597" y="13778"/>
                      <a:pt x="6743" y="13798"/>
                      <a:pt x="6927" y="13798"/>
                    </a:cubicBezTo>
                    <a:cubicBezTo>
                      <a:pt x="7989" y="13798"/>
                      <a:pt x="10326" y="13149"/>
                      <a:pt x="11155" y="11366"/>
                    </a:cubicBezTo>
                    <a:cubicBezTo>
                      <a:pt x="13233" y="6897"/>
                      <a:pt x="11391" y="1318"/>
                      <a:pt x="11391" y="1318"/>
                    </a:cubicBezTo>
                    <a:cubicBezTo>
                      <a:pt x="11122" y="611"/>
                      <a:pt x="8330" y="0"/>
                      <a:pt x="5780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0"/>
              <p:cNvSpPr/>
              <p:nvPr/>
            </p:nvSpPr>
            <p:spPr>
              <a:xfrm>
                <a:off x="5636063" y="2713284"/>
                <a:ext cx="892376" cy="615959"/>
              </a:xfrm>
              <a:custGeom>
                <a:avLst/>
                <a:gdLst/>
                <a:ahLst/>
                <a:cxnLst/>
                <a:rect l="l" t="t" r="r" b="b"/>
                <a:pathLst>
                  <a:path w="67502" h="46593" extrusionOk="0">
                    <a:moveTo>
                      <a:pt x="35850" y="0"/>
                    </a:moveTo>
                    <a:cubicBezTo>
                      <a:pt x="29016" y="0"/>
                      <a:pt x="21775" y="1081"/>
                      <a:pt x="18926" y="3309"/>
                    </a:cubicBezTo>
                    <a:cubicBezTo>
                      <a:pt x="16186" y="5454"/>
                      <a:pt x="13813" y="12781"/>
                      <a:pt x="13041" y="12906"/>
                    </a:cubicBezTo>
                    <a:cubicBezTo>
                      <a:pt x="13038" y="12907"/>
                      <a:pt x="13036" y="12907"/>
                      <a:pt x="13033" y="12907"/>
                    </a:cubicBezTo>
                    <a:cubicBezTo>
                      <a:pt x="12496" y="12907"/>
                      <a:pt x="7175" y="5307"/>
                      <a:pt x="5922" y="4761"/>
                    </a:cubicBezTo>
                    <a:cubicBezTo>
                      <a:pt x="5857" y="4733"/>
                      <a:pt x="5774" y="4719"/>
                      <a:pt x="5676" y="4719"/>
                    </a:cubicBezTo>
                    <a:cubicBezTo>
                      <a:pt x="4329" y="4719"/>
                      <a:pt x="113" y="7239"/>
                      <a:pt x="65" y="8676"/>
                    </a:cubicBezTo>
                    <a:cubicBezTo>
                      <a:pt x="1" y="10546"/>
                      <a:pt x="12128" y="28709"/>
                      <a:pt x="12128" y="28709"/>
                    </a:cubicBezTo>
                    <a:lnTo>
                      <a:pt x="16614" y="26444"/>
                    </a:lnTo>
                    <a:lnTo>
                      <a:pt x="16614" y="26444"/>
                    </a:lnTo>
                    <a:cubicBezTo>
                      <a:pt x="16614" y="26444"/>
                      <a:pt x="15847" y="42998"/>
                      <a:pt x="16853" y="44558"/>
                    </a:cubicBezTo>
                    <a:cubicBezTo>
                      <a:pt x="17913" y="45843"/>
                      <a:pt x="30414" y="46593"/>
                      <a:pt x="40338" y="46593"/>
                    </a:cubicBezTo>
                    <a:cubicBezTo>
                      <a:pt x="46507" y="46593"/>
                      <a:pt x="51680" y="46303"/>
                      <a:pt x="52489" y="45672"/>
                    </a:cubicBezTo>
                    <a:cubicBezTo>
                      <a:pt x="53359" y="44315"/>
                      <a:pt x="52407" y="36113"/>
                      <a:pt x="52407" y="36113"/>
                    </a:cubicBezTo>
                    <a:lnTo>
                      <a:pt x="58918" y="29835"/>
                    </a:lnTo>
                    <a:cubicBezTo>
                      <a:pt x="58918" y="29835"/>
                      <a:pt x="67502" y="13224"/>
                      <a:pt x="66919" y="11388"/>
                    </a:cubicBezTo>
                    <a:cubicBezTo>
                      <a:pt x="66546" y="10199"/>
                      <a:pt x="61406" y="7678"/>
                      <a:pt x="60681" y="7678"/>
                    </a:cubicBezTo>
                    <a:cubicBezTo>
                      <a:pt x="60670" y="7678"/>
                      <a:pt x="60659" y="7679"/>
                      <a:pt x="60650" y="7681"/>
                    </a:cubicBezTo>
                    <a:cubicBezTo>
                      <a:pt x="59799" y="7801"/>
                      <a:pt x="57047" y="13379"/>
                      <a:pt x="56321" y="13379"/>
                    </a:cubicBezTo>
                    <a:cubicBezTo>
                      <a:pt x="56277" y="13379"/>
                      <a:pt x="56240" y="13358"/>
                      <a:pt x="56211" y="13314"/>
                    </a:cubicBezTo>
                    <a:cubicBezTo>
                      <a:pt x="54944" y="11354"/>
                      <a:pt x="52009" y="3971"/>
                      <a:pt x="49400" y="2270"/>
                    </a:cubicBezTo>
                    <a:cubicBezTo>
                      <a:pt x="47100" y="770"/>
                      <a:pt x="41620" y="0"/>
                      <a:pt x="358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0"/>
              <p:cNvSpPr/>
              <p:nvPr/>
            </p:nvSpPr>
            <p:spPr>
              <a:xfrm>
                <a:off x="5798457" y="2403791"/>
                <a:ext cx="431025" cy="505639"/>
              </a:xfrm>
              <a:custGeom>
                <a:avLst/>
                <a:gdLst/>
                <a:ahLst/>
                <a:cxnLst/>
                <a:rect l="l" t="t" r="r" b="b"/>
                <a:pathLst>
                  <a:path w="32604" h="38248" extrusionOk="0">
                    <a:moveTo>
                      <a:pt x="22987" y="1"/>
                    </a:moveTo>
                    <a:cubicBezTo>
                      <a:pt x="20290" y="1"/>
                      <a:pt x="17384" y="1161"/>
                      <a:pt x="15123" y="3965"/>
                    </a:cubicBezTo>
                    <a:cubicBezTo>
                      <a:pt x="10272" y="9983"/>
                      <a:pt x="14148" y="15053"/>
                      <a:pt x="12919" y="19881"/>
                    </a:cubicBezTo>
                    <a:cubicBezTo>
                      <a:pt x="11693" y="24711"/>
                      <a:pt x="0" y="34688"/>
                      <a:pt x="16396" y="37874"/>
                    </a:cubicBezTo>
                    <a:cubicBezTo>
                      <a:pt x="17702" y="38128"/>
                      <a:pt x="18896" y="38247"/>
                      <a:pt x="19984" y="38247"/>
                    </a:cubicBezTo>
                    <a:cubicBezTo>
                      <a:pt x="32604" y="38247"/>
                      <a:pt x="31056" y="22289"/>
                      <a:pt x="27414" y="16338"/>
                    </a:cubicBezTo>
                    <a:cubicBezTo>
                      <a:pt x="25731" y="13588"/>
                      <a:pt x="26083" y="12097"/>
                      <a:pt x="26511" y="11163"/>
                    </a:cubicBezTo>
                    <a:cubicBezTo>
                      <a:pt x="27157" y="9752"/>
                      <a:pt x="28391" y="10471"/>
                      <a:pt x="29805" y="8616"/>
                    </a:cubicBezTo>
                    <a:cubicBezTo>
                      <a:pt x="31344" y="6594"/>
                      <a:pt x="30385" y="3739"/>
                      <a:pt x="29063" y="2397"/>
                    </a:cubicBezTo>
                    <a:cubicBezTo>
                      <a:pt x="27599" y="912"/>
                      <a:pt x="25375" y="1"/>
                      <a:pt x="229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0"/>
              <p:cNvSpPr/>
              <p:nvPr/>
            </p:nvSpPr>
            <p:spPr>
              <a:xfrm>
                <a:off x="6243813" y="2862339"/>
                <a:ext cx="60561" cy="158944"/>
              </a:xfrm>
              <a:custGeom>
                <a:avLst/>
                <a:gdLst/>
                <a:ahLst/>
                <a:cxnLst/>
                <a:rect l="l" t="t" r="r" b="b"/>
                <a:pathLst>
                  <a:path w="4581" h="12023" extrusionOk="0">
                    <a:moveTo>
                      <a:pt x="220" y="1"/>
                    </a:moveTo>
                    <a:cubicBezTo>
                      <a:pt x="217" y="1"/>
                      <a:pt x="214" y="1"/>
                      <a:pt x="211" y="2"/>
                    </a:cubicBezTo>
                    <a:cubicBezTo>
                      <a:pt x="1" y="74"/>
                      <a:pt x="760" y="2824"/>
                      <a:pt x="1910" y="6144"/>
                    </a:cubicBezTo>
                    <a:cubicBezTo>
                      <a:pt x="3040" y="9418"/>
                      <a:pt x="4129" y="12023"/>
                      <a:pt x="4361" y="12023"/>
                    </a:cubicBezTo>
                    <a:cubicBezTo>
                      <a:pt x="4364" y="12023"/>
                      <a:pt x="4367" y="12022"/>
                      <a:pt x="4370" y="12021"/>
                    </a:cubicBezTo>
                    <a:cubicBezTo>
                      <a:pt x="4580" y="11949"/>
                      <a:pt x="3821" y="9199"/>
                      <a:pt x="2671" y="5880"/>
                    </a:cubicBezTo>
                    <a:cubicBezTo>
                      <a:pt x="1540" y="2604"/>
                      <a:pt x="451" y="1"/>
                      <a:pt x="220" y="1"/>
                    </a:cubicBezTo>
                    <a:close/>
                  </a:path>
                </a:pathLst>
              </a:custGeom>
              <a:solidFill>
                <a:srgbClr val="100248">
                  <a:alpha val="29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0"/>
              <p:cNvSpPr/>
              <p:nvPr/>
            </p:nvSpPr>
            <p:spPr>
              <a:xfrm>
                <a:off x="5876654" y="2839297"/>
                <a:ext cx="15930" cy="186851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4134" extrusionOk="0">
                    <a:moveTo>
                      <a:pt x="960" y="1"/>
                    </a:moveTo>
                    <a:cubicBezTo>
                      <a:pt x="736" y="1"/>
                      <a:pt x="396" y="3151"/>
                      <a:pt x="198" y="7045"/>
                    </a:cubicBezTo>
                    <a:cubicBezTo>
                      <a:pt x="1" y="10945"/>
                      <a:pt x="21" y="14118"/>
                      <a:pt x="245" y="14134"/>
                    </a:cubicBezTo>
                    <a:cubicBezTo>
                      <a:pt x="245" y="14134"/>
                      <a:pt x="246" y="14134"/>
                      <a:pt x="246" y="14134"/>
                    </a:cubicBezTo>
                    <a:cubicBezTo>
                      <a:pt x="469" y="14134"/>
                      <a:pt x="809" y="10986"/>
                      <a:pt x="1007" y="7089"/>
                    </a:cubicBezTo>
                    <a:cubicBezTo>
                      <a:pt x="1204" y="3184"/>
                      <a:pt x="1184" y="11"/>
                      <a:pt x="960" y="1"/>
                    </a:cubicBezTo>
                    <a:cubicBezTo>
                      <a:pt x="960" y="1"/>
                      <a:pt x="960" y="1"/>
                      <a:pt x="960" y="1"/>
                    </a:cubicBezTo>
                    <a:close/>
                  </a:path>
                </a:pathLst>
              </a:custGeom>
              <a:solidFill>
                <a:srgbClr val="100248">
                  <a:alpha val="29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6903015" y="2618616"/>
                <a:ext cx="139233" cy="182198"/>
              </a:xfrm>
              <a:custGeom>
                <a:avLst/>
                <a:gdLst/>
                <a:ahLst/>
                <a:cxnLst/>
                <a:rect l="l" t="t" r="r" b="b"/>
                <a:pathLst>
                  <a:path w="10532" h="13782" extrusionOk="0">
                    <a:moveTo>
                      <a:pt x="9688" y="1"/>
                    </a:moveTo>
                    <a:lnTo>
                      <a:pt x="129" y="267"/>
                    </a:lnTo>
                    <a:cubicBezTo>
                      <a:pt x="129" y="267"/>
                      <a:pt x="111" y="5811"/>
                      <a:pt x="1" y="8892"/>
                    </a:cubicBezTo>
                    <a:cubicBezTo>
                      <a:pt x="1" y="8892"/>
                      <a:pt x="3818" y="13782"/>
                      <a:pt x="5678" y="13782"/>
                    </a:cubicBezTo>
                    <a:cubicBezTo>
                      <a:pt x="9115" y="13782"/>
                      <a:pt x="10532" y="10783"/>
                      <a:pt x="10532" y="10783"/>
                    </a:cubicBezTo>
                    <a:cubicBezTo>
                      <a:pt x="10532" y="10783"/>
                      <a:pt x="10001" y="3310"/>
                      <a:pt x="9688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6910484" y="2469401"/>
                <a:ext cx="170089" cy="188636"/>
              </a:xfrm>
              <a:custGeom>
                <a:avLst/>
                <a:gdLst/>
                <a:ahLst/>
                <a:cxnLst/>
                <a:rect l="l" t="t" r="r" b="b"/>
                <a:pathLst>
                  <a:path w="12866" h="14269" extrusionOk="0">
                    <a:moveTo>
                      <a:pt x="5662" y="0"/>
                    </a:moveTo>
                    <a:cubicBezTo>
                      <a:pt x="4060" y="0"/>
                      <a:pt x="2555" y="246"/>
                      <a:pt x="1865" y="872"/>
                    </a:cubicBezTo>
                    <a:cubicBezTo>
                      <a:pt x="100" y="2475"/>
                      <a:pt x="0" y="6236"/>
                      <a:pt x="916" y="7381"/>
                    </a:cubicBezTo>
                    <a:cubicBezTo>
                      <a:pt x="1832" y="8525"/>
                      <a:pt x="4710" y="8722"/>
                      <a:pt x="4710" y="8722"/>
                    </a:cubicBezTo>
                    <a:cubicBezTo>
                      <a:pt x="4710" y="8722"/>
                      <a:pt x="2678" y="12742"/>
                      <a:pt x="6290" y="14151"/>
                    </a:cubicBezTo>
                    <a:cubicBezTo>
                      <a:pt x="6464" y="14218"/>
                      <a:pt x="6828" y="14269"/>
                      <a:pt x="7294" y="14269"/>
                    </a:cubicBezTo>
                    <a:cubicBezTo>
                      <a:pt x="8497" y="14269"/>
                      <a:pt x="10379" y="13932"/>
                      <a:pt x="11421" y="12681"/>
                    </a:cubicBezTo>
                    <a:cubicBezTo>
                      <a:pt x="12866" y="10944"/>
                      <a:pt x="11160" y="1290"/>
                      <a:pt x="11160" y="1290"/>
                    </a:cubicBezTo>
                    <a:cubicBezTo>
                      <a:pt x="10895" y="598"/>
                      <a:pt x="8160" y="0"/>
                      <a:pt x="5662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6653196" y="2650833"/>
                <a:ext cx="842722" cy="651336"/>
              </a:xfrm>
              <a:custGeom>
                <a:avLst/>
                <a:gdLst/>
                <a:ahLst/>
                <a:cxnLst/>
                <a:rect l="l" t="t" r="r" b="b"/>
                <a:pathLst>
                  <a:path w="63746" h="49269" extrusionOk="0">
                    <a:moveTo>
                      <a:pt x="57522" y="1"/>
                    </a:moveTo>
                    <a:cubicBezTo>
                      <a:pt x="57522" y="1"/>
                      <a:pt x="53217" y="9716"/>
                      <a:pt x="51719" y="9716"/>
                    </a:cubicBezTo>
                    <a:cubicBezTo>
                      <a:pt x="51699" y="9716"/>
                      <a:pt x="51680" y="9714"/>
                      <a:pt x="51660" y="9711"/>
                    </a:cubicBezTo>
                    <a:cubicBezTo>
                      <a:pt x="47081" y="8857"/>
                      <a:pt x="42905" y="6407"/>
                      <a:pt x="38130" y="5781"/>
                    </a:cubicBezTo>
                    <a:cubicBezTo>
                      <a:pt x="34560" y="5313"/>
                      <a:pt x="30174" y="4941"/>
                      <a:pt x="25810" y="4941"/>
                    </a:cubicBezTo>
                    <a:cubicBezTo>
                      <a:pt x="19052" y="4941"/>
                      <a:pt x="12347" y="5833"/>
                      <a:pt x="8813" y="8639"/>
                    </a:cubicBezTo>
                    <a:cubicBezTo>
                      <a:pt x="6573" y="10419"/>
                      <a:pt x="1" y="18438"/>
                      <a:pt x="1" y="21553"/>
                    </a:cubicBezTo>
                    <a:cubicBezTo>
                      <a:pt x="1" y="27543"/>
                      <a:pt x="6827" y="37004"/>
                      <a:pt x="6827" y="37004"/>
                    </a:cubicBezTo>
                    <a:lnTo>
                      <a:pt x="7040" y="45647"/>
                    </a:lnTo>
                    <a:cubicBezTo>
                      <a:pt x="7048" y="46730"/>
                      <a:pt x="7461" y="47751"/>
                      <a:pt x="8523" y="47966"/>
                    </a:cubicBezTo>
                    <a:cubicBezTo>
                      <a:pt x="12539" y="48778"/>
                      <a:pt x="21768" y="49269"/>
                      <a:pt x="29005" y="49269"/>
                    </a:cubicBezTo>
                    <a:cubicBezTo>
                      <a:pt x="32217" y="49269"/>
                      <a:pt x="35036" y="49172"/>
                      <a:pt x="36832" y="48964"/>
                    </a:cubicBezTo>
                    <a:cubicBezTo>
                      <a:pt x="37938" y="48836"/>
                      <a:pt x="38756" y="47876"/>
                      <a:pt x="38697" y="46766"/>
                    </a:cubicBezTo>
                    <a:lnTo>
                      <a:pt x="38651" y="18803"/>
                    </a:lnTo>
                    <a:lnTo>
                      <a:pt x="38651" y="18803"/>
                    </a:lnTo>
                    <a:cubicBezTo>
                      <a:pt x="38652" y="18803"/>
                      <a:pt x="48976" y="20938"/>
                      <a:pt x="53854" y="20938"/>
                    </a:cubicBezTo>
                    <a:cubicBezTo>
                      <a:pt x="54505" y="20938"/>
                      <a:pt x="55058" y="20900"/>
                      <a:pt x="55478" y="20814"/>
                    </a:cubicBezTo>
                    <a:cubicBezTo>
                      <a:pt x="59841" y="19919"/>
                      <a:pt x="63746" y="2315"/>
                      <a:pt x="63746" y="2315"/>
                    </a:cubicBezTo>
                    <a:lnTo>
                      <a:pt x="57522" y="1"/>
                    </a:ln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6826603" y="2376875"/>
                <a:ext cx="245522" cy="273958"/>
              </a:xfrm>
              <a:custGeom>
                <a:avLst/>
                <a:gdLst/>
                <a:ahLst/>
                <a:cxnLst/>
                <a:rect l="l" t="t" r="r" b="b"/>
                <a:pathLst>
                  <a:path w="18572" h="20723" extrusionOk="0">
                    <a:moveTo>
                      <a:pt x="13169" y="0"/>
                    </a:moveTo>
                    <a:cubicBezTo>
                      <a:pt x="10395" y="0"/>
                      <a:pt x="8539" y="3265"/>
                      <a:pt x="7089" y="3664"/>
                    </a:cubicBezTo>
                    <a:cubicBezTo>
                      <a:pt x="4054" y="4503"/>
                      <a:pt x="1391" y="5680"/>
                      <a:pt x="681" y="9008"/>
                    </a:cubicBezTo>
                    <a:cubicBezTo>
                      <a:pt x="1" y="12189"/>
                      <a:pt x="2428" y="18553"/>
                      <a:pt x="5781" y="20041"/>
                    </a:cubicBezTo>
                    <a:cubicBezTo>
                      <a:pt x="6612" y="20411"/>
                      <a:pt x="7600" y="20723"/>
                      <a:pt x="8596" y="20723"/>
                    </a:cubicBezTo>
                    <a:cubicBezTo>
                      <a:pt x="9550" y="20723"/>
                      <a:pt x="10510" y="20436"/>
                      <a:pt x="11345" y="19639"/>
                    </a:cubicBezTo>
                    <a:cubicBezTo>
                      <a:pt x="12184" y="18838"/>
                      <a:pt x="11345" y="15375"/>
                      <a:pt x="11345" y="15375"/>
                    </a:cubicBezTo>
                    <a:cubicBezTo>
                      <a:pt x="9259" y="15170"/>
                      <a:pt x="9318" y="12340"/>
                      <a:pt x="10073" y="11437"/>
                    </a:cubicBezTo>
                    <a:cubicBezTo>
                      <a:pt x="10243" y="11235"/>
                      <a:pt x="10455" y="11164"/>
                      <a:pt x="10669" y="11164"/>
                    </a:cubicBezTo>
                    <a:cubicBezTo>
                      <a:pt x="11165" y="11164"/>
                      <a:pt x="11668" y="11545"/>
                      <a:pt x="11668" y="11545"/>
                    </a:cubicBezTo>
                    <a:cubicBezTo>
                      <a:pt x="11967" y="12816"/>
                      <a:pt x="13089" y="12934"/>
                      <a:pt x="13494" y="12934"/>
                    </a:cubicBezTo>
                    <a:cubicBezTo>
                      <a:pt x="13586" y="12934"/>
                      <a:pt x="13641" y="12928"/>
                      <a:pt x="13641" y="12928"/>
                    </a:cubicBezTo>
                    <a:cubicBezTo>
                      <a:pt x="13641" y="12928"/>
                      <a:pt x="15067" y="12904"/>
                      <a:pt x="16199" y="11399"/>
                    </a:cubicBezTo>
                    <a:cubicBezTo>
                      <a:pt x="17261" y="9985"/>
                      <a:pt x="17528" y="8382"/>
                      <a:pt x="17505" y="8287"/>
                    </a:cubicBezTo>
                    <a:lnTo>
                      <a:pt x="17617" y="7756"/>
                    </a:lnTo>
                    <a:cubicBezTo>
                      <a:pt x="17617" y="7756"/>
                      <a:pt x="18572" y="2137"/>
                      <a:pt x="14862" y="401"/>
                    </a:cubicBezTo>
                    <a:cubicBezTo>
                      <a:pt x="14262" y="120"/>
                      <a:pt x="13699" y="0"/>
                      <a:pt x="13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0"/>
              <p:cNvSpPr/>
              <p:nvPr/>
            </p:nvSpPr>
            <p:spPr>
              <a:xfrm>
                <a:off x="6693927" y="2716139"/>
                <a:ext cx="554288" cy="586016"/>
              </a:xfrm>
              <a:custGeom>
                <a:avLst/>
                <a:gdLst/>
                <a:ahLst/>
                <a:cxnLst/>
                <a:rect l="l" t="t" r="r" b="b"/>
                <a:pathLst>
                  <a:path w="41928" h="44328" extrusionOk="0">
                    <a:moveTo>
                      <a:pt x="22723" y="0"/>
                    </a:moveTo>
                    <a:cubicBezTo>
                      <a:pt x="15967" y="0"/>
                      <a:pt x="9265" y="892"/>
                      <a:pt x="5732" y="3699"/>
                    </a:cubicBezTo>
                    <a:cubicBezTo>
                      <a:pt x="4516" y="4666"/>
                      <a:pt x="2025" y="7470"/>
                      <a:pt x="1" y="10328"/>
                    </a:cubicBezTo>
                    <a:cubicBezTo>
                      <a:pt x="2392" y="12338"/>
                      <a:pt x="4988" y="14044"/>
                      <a:pt x="5016" y="14063"/>
                    </a:cubicBezTo>
                    <a:lnTo>
                      <a:pt x="5016" y="14063"/>
                    </a:lnTo>
                    <a:cubicBezTo>
                      <a:pt x="4454" y="20038"/>
                      <a:pt x="4537" y="29989"/>
                      <a:pt x="4537" y="29989"/>
                    </a:cubicBezTo>
                    <a:lnTo>
                      <a:pt x="3746" y="32064"/>
                    </a:lnTo>
                    <a:lnTo>
                      <a:pt x="3959" y="40704"/>
                    </a:lnTo>
                    <a:cubicBezTo>
                      <a:pt x="3967" y="41790"/>
                      <a:pt x="4383" y="42811"/>
                      <a:pt x="5442" y="43026"/>
                    </a:cubicBezTo>
                    <a:cubicBezTo>
                      <a:pt x="9457" y="43836"/>
                      <a:pt x="18683" y="44328"/>
                      <a:pt x="25918" y="44328"/>
                    </a:cubicBezTo>
                    <a:cubicBezTo>
                      <a:pt x="29132" y="44328"/>
                      <a:pt x="31954" y="44231"/>
                      <a:pt x="33751" y="44022"/>
                    </a:cubicBezTo>
                    <a:cubicBezTo>
                      <a:pt x="34857" y="43893"/>
                      <a:pt x="35675" y="42936"/>
                      <a:pt x="35616" y="41823"/>
                    </a:cubicBezTo>
                    <a:lnTo>
                      <a:pt x="35570" y="13860"/>
                    </a:lnTo>
                    <a:lnTo>
                      <a:pt x="35570" y="13860"/>
                    </a:lnTo>
                    <a:cubicBezTo>
                      <a:pt x="35570" y="13860"/>
                      <a:pt x="37397" y="14240"/>
                      <a:pt x="39875" y="14676"/>
                    </a:cubicBezTo>
                    <a:cubicBezTo>
                      <a:pt x="40475" y="12239"/>
                      <a:pt x="41360" y="8062"/>
                      <a:pt x="41927" y="2734"/>
                    </a:cubicBezTo>
                    <a:cubicBezTo>
                      <a:pt x="39701" y="1931"/>
                      <a:pt x="37451" y="1156"/>
                      <a:pt x="35049" y="841"/>
                    </a:cubicBezTo>
                    <a:cubicBezTo>
                      <a:pt x="31478" y="372"/>
                      <a:pt x="27089" y="0"/>
                      <a:pt x="2272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7413637" y="2562801"/>
                <a:ext cx="146729" cy="118636"/>
              </a:xfrm>
              <a:custGeom>
                <a:avLst/>
                <a:gdLst/>
                <a:ahLst/>
                <a:cxnLst/>
                <a:rect l="l" t="t" r="r" b="b"/>
                <a:pathLst>
                  <a:path w="11099" h="8974" extrusionOk="0">
                    <a:moveTo>
                      <a:pt x="8366" y="0"/>
                    </a:moveTo>
                    <a:cubicBezTo>
                      <a:pt x="6741" y="0"/>
                      <a:pt x="4679" y="933"/>
                      <a:pt x="3402" y="1909"/>
                    </a:cubicBezTo>
                    <a:cubicBezTo>
                      <a:pt x="3312" y="1313"/>
                      <a:pt x="2892" y="426"/>
                      <a:pt x="2566" y="241"/>
                    </a:cubicBezTo>
                    <a:cubicBezTo>
                      <a:pt x="2401" y="149"/>
                      <a:pt x="2183" y="88"/>
                      <a:pt x="1959" y="88"/>
                    </a:cubicBezTo>
                    <a:cubicBezTo>
                      <a:pt x="1509" y="88"/>
                      <a:pt x="1033" y="334"/>
                      <a:pt x="908" y="1070"/>
                    </a:cubicBezTo>
                    <a:cubicBezTo>
                      <a:pt x="585" y="2991"/>
                      <a:pt x="0" y="6660"/>
                      <a:pt x="0" y="6660"/>
                    </a:cubicBezTo>
                    <a:lnTo>
                      <a:pt x="6227" y="8974"/>
                    </a:lnTo>
                    <a:cubicBezTo>
                      <a:pt x="8659" y="5575"/>
                      <a:pt x="11098" y="3615"/>
                      <a:pt x="10747" y="1803"/>
                    </a:cubicBezTo>
                    <a:cubicBezTo>
                      <a:pt x="10491" y="489"/>
                      <a:pt x="9543" y="0"/>
                      <a:pt x="8366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8163079" y="3062966"/>
                <a:ext cx="201367" cy="528298"/>
              </a:xfrm>
              <a:custGeom>
                <a:avLst/>
                <a:gdLst/>
                <a:ahLst/>
                <a:cxnLst/>
                <a:rect l="l" t="t" r="r" b="b"/>
                <a:pathLst>
                  <a:path w="15232" h="39962" extrusionOk="0">
                    <a:moveTo>
                      <a:pt x="6114" y="1"/>
                    </a:moveTo>
                    <a:lnTo>
                      <a:pt x="1" y="978"/>
                    </a:lnTo>
                    <a:lnTo>
                      <a:pt x="11250" y="39962"/>
                    </a:lnTo>
                    <a:lnTo>
                      <a:pt x="15231" y="39959"/>
                    </a:lnTo>
                    <a:lnTo>
                      <a:pt x="61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7906069" y="3062966"/>
                <a:ext cx="209167" cy="528298"/>
              </a:xfrm>
              <a:custGeom>
                <a:avLst/>
                <a:gdLst/>
                <a:ahLst/>
                <a:cxnLst/>
                <a:rect l="l" t="t" r="r" b="b"/>
                <a:pathLst>
                  <a:path w="15822" h="39962" extrusionOk="0">
                    <a:moveTo>
                      <a:pt x="9706" y="1"/>
                    </a:moveTo>
                    <a:lnTo>
                      <a:pt x="1" y="39962"/>
                    </a:lnTo>
                    <a:lnTo>
                      <a:pt x="3985" y="39962"/>
                    </a:lnTo>
                    <a:lnTo>
                      <a:pt x="15822" y="975"/>
                    </a:lnTo>
                    <a:lnTo>
                      <a:pt x="97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7634795" y="2405337"/>
                <a:ext cx="843700" cy="939307"/>
              </a:xfrm>
              <a:custGeom>
                <a:avLst/>
                <a:gdLst/>
                <a:ahLst/>
                <a:cxnLst/>
                <a:rect l="l" t="t" r="r" b="b"/>
                <a:pathLst>
                  <a:path w="63820" h="71052" extrusionOk="0">
                    <a:moveTo>
                      <a:pt x="32880" y="1"/>
                    </a:moveTo>
                    <a:cubicBezTo>
                      <a:pt x="23134" y="1"/>
                      <a:pt x="13307" y="2030"/>
                      <a:pt x="9077" y="7111"/>
                    </a:cubicBezTo>
                    <a:cubicBezTo>
                      <a:pt x="0" y="18014"/>
                      <a:pt x="20462" y="30749"/>
                      <a:pt x="1380" y="51464"/>
                    </a:cubicBezTo>
                    <a:lnTo>
                      <a:pt x="14251" y="71051"/>
                    </a:lnTo>
                    <a:cubicBezTo>
                      <a:pt x="14251" y="71051"/>
                      <a:pt x="33651" y="70674"/>
                      <a:pt x="41634" y="66103"/>
                    </a:cubicBezTo>
                    <a:cubicBezTo>
                      <a:pt x="50318" y="61131"/>
                      <a:pt x="53797" y="49635"/>
                      <a:pt x="51739" y="38135"/>
                    </a:cubicBezTo>
                    <a:cubicBezTo>
                      <a:pt x="48589" y="20526"/>
                      <a:pt x="63820" y="16336"/>
                      <a:pt x="57517" y="6449"/>
                    </a:cubicBezTo>
                    <a:cubicBezTo>
                      <a:pt x="55103" y="2663"/>
                      <a:pt x="44045" y="1"/>
                      <a:pt x="32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7574564" y="3042264"/>
                <a:ext cx="519480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39295" h="41528" extrusionOk="0">
                    <a:moveTo>
                      <a:pt x="23498" y="0"/>
                    </a:moveTo>
                    <a:cubicBezTo>
                      <a:pt x="18983" y="0"/>
                      <a:pt x="13028" y="988"/>
                      <a:pt x="5177" y="3527"/>
                    </a:cubicBezTo>
                    <a:cubicBezTo>
                      <a:pt x="5177" y="3527"/>
                      <a:pt x="2725" y="6051"/>
                      <a:pt x="1940" y="8616"/>
                    </a:cubicBezTo>
                    <a:cubicBezTo>
                      <a:pt x="0" y="14943"/>
                      <a:pt x="957" y="25309"/>
                      <a:pt x="1860" y="41528"/>
                    </a:cubicBezTo>
                    <a:lnTo>
                      <a:pt x="26757" y="41528"/>
                    </a:lnTo>
                    <a:cubicBezTo>
                      <a:pt x="26757" y="41528"/>
                      <a:pt x="30069" y="15233"/>
                      <a:pt x="31152" y="14855"/>
                    </a:cubicBezTo>
                    <a:cubicBezTo>
                      <a:pt x="34918" y="13547"/>
                      <a:pt x="37450" y="12090"/>
                      <a:pt x="37450" y="12090"/>
                    </a:cubicBezTo>
                    <a:cubicBezTo>
                      <a:pt x="37450" y="12090"/>
                      <a:pt x="39295" y="0"/>
                      <a:pt x="23498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0"/>
              <p:cNvSpPr/>
              <p:nvPr/>
            </p:nvSpPr>
            <p:spPr>
              <a:xfrm>
                <a:off x="7643004" y="2847731"/>
                <a:ext cx="591278" cy="364779"/>
              </a:xfrm>
              <a:custGeom>
                <a:avLst/>
                <a:gdLst/>
                <a:ahLst/>
                <a:cxnLst/>
                <a:rect l="l" t="t" r="r" b="b"/>
                <a:pathLst>
                  <a:path w="44726" h="27593" extrusionOk="0">
                    <a:moveTo>
                      <a:pt x="32834" y="1"/>
                    </a:moveTo>
                    <a:cubicBezTo>
                      <a:pt x="24887" y="1"/>
                      <a:pt x="14569" y="6046"/>
                      <a:pt x="14569" y="6046"/>
                    </a:cubicBezTo>
                    <a:cubicBezTo>
                      <a:pt x="14569" y="6046"/>
                      <a:pt x="3656" y="12767"/>
                      <a:pt x="0" y="18242"/>
                    </a:cubicBezTo>
                    <a:cubicBezTo>
                      <a:pt x="0" y="18242"/>
                      <a:pt x="1337" y="18601"/>
                      <a:pt x="4500" y="18611"/>
                    </a:cubicBezTo>
                    <a:cubicBezTo>
                      <a:pt x="10003" y="18626"/>
                      <a:pt x="17876" y="18798"/>
                      <a:pt x="24092" y="20999"/>
                    </a:cubicBezTo>
                    <a:cubicBezTo>
                      <a:pt x="30067" y="23116"/>
                      <a:pt x="30754" y="27592"/>
                      <a:pt x="30754" y="27592"/>
                    </a:cubicBezTo>
                    <a:cubicBezTo>
                      <a:pt x="34412" y="26723"/>
                      <a:pt x="44725" y="18493"/>
                      <a:pt x="41380" y="6012"/>
                    </a:cubicBezTo>
                    <a:cubicBezTo>
                      <a:pt x="40171" y="1505"/>
                      <a:pt x="36798" y="1"/>
                      <a:pt x="32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0"/>
              <p:cNvSpPr/>
              <p:nvPr/>
            </p:nvSpPr>
            <p:spPr>
              <a:xfrm>
                <a:off x="7619697" y="2353793"/>
                <a:ext cx="34531" cy="64804"/>
              </a:xfrm>
              <a:custGeom>
                <a:avLst/>
                <a:gdLst/>
                <a:ahLst/>
                <a:cxnLst/>
                <a:rect l="l" t="t" r="r" b="b"/>
                <a:pathLst>
                  <a:path w="2612" h="4902" extrusionOk="0">
                    <a:moveTo>
                      <a:pt x="1465" y="0"/>
                    </a:moveTo>
                    <a:cubicBezTo>
                      <a:pt x="1316" y="0"/>
                      <a:pt x="1174" y="26"/>
                      <a:pt x="1060" y="74"/>
                    </a:cubicBezTo>
                    <a:cubicBezTo>
                      <a:pt x="432" y="335"/>
                      <a:pt x="29" y="1708"/>
                      <a:pt x="19" y="2026"/>
                    </a:cubicBezTo>
                    <a:cubicBezTo>
                      <a:pt x="1" y="2603"/>
                      <a:pt x="960" y="4591"/>
                      <a:pt x="2494" y="4902"/>
                    </a:cubicBezTo>
                    <a:cubicBezTo>
                      <a:pt x="2494" y="4902"/>
                      <a:pt x="2261" y="3268"/>
                      <a:pt x="2512" y="1162"/>
                    </a:cubicBezTo>
                    <a:cubicBezTo>
                      <a:pt x="2612" y="319"/>
                      <a:pt x="1989" y="0"/>
                      <a:pt x="1465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7509376" y="2343388"/>
                <a:ext cx="146689" cy="117949"/>
              </a:xfrm>
              <a:custGeom>
                <a:avLst/>
                <a:gdLst/>
                <a:ahLst/>
                <a:cxnLst/>
                <a:rect l="l" t="t" r="r" b="b"/>
                <a:pathLst>
                  <a:path w="11096" h="8922" extrusionOk="0">
                    <a:moveTo>
                      <a:pt x="4433" y="0"/>
                    </a:moveTo>
                    <a:cubicBezTo>
                      <a:pt x="3525" y="0"/>
                      <a:pt x="2653" y="373"/>
                      <a:pt x="1924" y="1307"/>
                    </a:cubicBezTo>
                    <a:cubicBezTo>
                      <a:pt x="0" y="3778"/>
                      <a:pt x="4859" y="6261"/>
                      <a:pt x="6481" y="8921"/>
                    </a:cubicBezTo>
                    <a:lnTo>
                      <a:pt x="11096" y="6392"/>
                    </a:lnTo>
                    <a:cubicBezTo>
                      <a:pt x="11096" y="6392"/>
                      <a:pt x="10331" y="3926"/>
                      <a:pt x="9087" y="2577"/>
                    </a:cubicBezTo>
                    <a:cubicBezTo>
                      <a:pt x="7852" y="1235"/>
                      <a:pt x="6083" y="0"/>
                      <a:pt x="4433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7585339" y="2419377"/>
                <a:ext cx="376162" cy="253599"/>
              </a:xfrm>
              <a:custGeom>
                <a:avLst/>
                <a:gdLst/>
                <a:ahLst/>
                <a:cxnLst/>
                <a:rect l="l" t="t" r="r" b="b"/>
                <a:pathLst>
                  <a:path w="28454" h="19183" extrusionOk="0">
                    <a:moveTo>
                      <a:pt x="4672" y="1"/>
                    </a:moveTo>
                    <a:cubicBezTo>
                      <a:pt x="4501" y="1"/>
                      <a:pt x="4328" y="38"/>
                      <a:pt x="4165" y="115"/>
                    </a:cubicBezTo>
                    <a:lnTo>
                      <a:pt x="822" y="1693"/>
                    </a:lnTo>
                    <a:cubicBezTo>
                      <a:pt x="265" y="1955"/>
                      <a:pt x="1" y="2599"/>
                      <a:pt x="216" y="3176"/>
                    </a:cubicBezTo>
                    <a:cubicBezTo>
                      <a:pt x="2028" y="8042"/>
                      <a:pt x="5840" y="17678"/>
                      <a:pt x="8610" y="19012"/>
                    </a:cubicBezTo>
                    <a:cubicBezTo>
                      <a:pt x="8855" y="19130"/>
                      <a:pt x="9254" y="19182"/>
                      <a:pt x="9768" y="19182"/>
                    </a:cubicBezTo>
                    <a:cubicBezTo>
                      <a:pt x="13599" y="19182"/>
                      <a:pt x="23836" y="16284"/>
                      <a:pt x="24331" y="16005"/>
                    </a:cubicBezTo>
                    <a:lnTo>
                      <a:pt x="28454" y="2781"/>
                    </a:lnTo>
                    <a:lnTo>
                      <a:pt x="28454" y="2781"/>
                    </a:lnTo>
                    <a:cubicBezTo>
                      <a:pt x="28453" y="2781"/>
                      <a:pt x="25350" y="2830"/>
                      <a:pt x="22184" y="3697"/>
                    </a:cubicBezTo>
                    <a:cubicBezTo>
                      <a:pt x="19464" y="4444"/>
                      <a:pt x="12528" y="8341"/>
                      <a:pt x="11619" y="8341"/>
                    </a:cubicBezTo>
                    <a:cubicBezTo>
                      <a:pt x="11598" y="8341"/>
                      <a:pt x="11580" y="8339"/>
                      <a:pt x="11566" y="8335"/>
                    </a:cubicBezTo>
                    <a:lnTo>
                      <a:pt x="5617" y="472"/>
                    </a:lnTo>
                    <a:cubicBezTo>
                      <a:pt x="5387" y="167"/>
                      <a:pt x="5034" y="1"/>
                      <a:pt x="46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7892320" y="2169069"/>
                <a:ext cx="233333" cy="224238"/>
              </a:xfrm>
              <a:custGeom>
                <a:avLst/>
                <a:gdLst/>
                <a:ahLst/>
                <a:cxnLst/>
                <a:rect l="l" t="t" r="r" b="b"/>
                <a:pathLst>
                  <a:path w="17650" h="16962" extrusionOk="0">
                    <a:moveTo>
                      <a:pt x="8508" y="0"/>
                    </a:moveTo>
                    <a:cubicBezTo>
                      <a:pt x="0" y="0"/>
                      <a:pt x="879" y="7372"/>
                      <a:pt x="879" y="7372"/>
                    </a:cubicBezTo>
                    <a:lnTo>
                      <a:pt x="6798" y="11302"/>
                    </a:lnTo>
                    <a:lnTo>
                      <a:pt x="10276" y="16961"/>
                    </a:lnTo>
                    <a:cubicBezTo>
                      <a:pt x="10276" y="16961"/>
                      <a:pt x="15979" y="15781"/>
                      <a:pt x="16905" y="10522"/>
                    </a:cubicBezTo>
                    <a:cubicBezTo>
                      <a:pt x="17649" y="6289"/>
                      <a:pt x="16182" y="209"/>
                      <a:pt x="8937" y="6"/>
                    </a:cubicBezTo>
                    <a:cubicBezTo>
                      <a:pt x="8792" y="2"/>
                      <a:pt x="8649" y="0"/>
                      <a:pt x="8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7989051" y="2452612"/>
                <a:ext cx="308951" cy="370213"/>
              </a:xfrm>
              <a:custGeom>
                <a:avLst/>
                <a:gdLst/>
                <a:ahLst/>
                <a:cxnLst/>
                <a:rect l="l" t="t" r="r" b="b"/>
                <a:pathLst>
                  <a:path w="23370" h="28004" extrusionOk="0">
                    <a:moveTo>
                      <a:pt x="4968" y="0"/>
                    </a:moveTo>
                    <a:cubicBezTo>
                      <a:pt x="1885" y="0"/>
                      <a:pt x="0" y="1589"/>
                      <a:pt x="520" y="5736"/>
                    </a:cubicBezTo>
                    <a:cubicBezTo>
                      <a:pt x="946" y="9143"/>
                      <a:pt x="9068" y="13825"/>
                      <a:pt x="10776" y="18096"/>
                    </a:cubicBezTo>
                    <a:cubicBezTo>
                      <a:pt x="11587" y="20118"/>
                      <a:pt x="7164" y="22735"/>
                      <a:pt x="7164" y="22735"/>
                    </a:cubicBezTo>
                    <a:lnTo>
                      <a:pt x="11012" y="28004"/>
                    </a:lnTo>
                    <a:cubicBezTo>
                      <a:pt x="11199" y="27596"/>
                      <a:pt x="22810" y="26903"/>
                      <a:pt x="23147" y="21531"/>
                    </a:cubicBezTo>
                    <a:cubicBezTo>
                      <a:pt x="23370" y="17976"/>
                      <a:pt x="17936" y="3191"/>
                      <a:pt x="9021" y="659"/>
                    </a:cubicBezTo>
                    <a:cubicBezTo>
                      <a:pt x="7537" y="239"/>
                      <a:pt x="6163" y="0"/>
                      <a:pt x="49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7814402" y="2457940"/>
                <a:ext cx="402615" cy="495023"/>
              </a:xfrm>
              <a:custGeom>
                <a:avLst/>
                <a:gdLst/>
                <a:ahLst/>
                <a:cxnLst/>
                <a:rect l="l" t="t" r="r" b="b"/>
                <a:pathLst>
                  <a:path w="30455" h="37445" extrusionOk="0">
                    <a:moveTo>
                      <a:pt x="15297" y="0"/>
                    </a:moveTo>
                    <a:cubicBezTo>
                      <a:pt x="11361" y="0"/>
                      <a:pt x="7352" y="726"/>
                      <a:pt x="4541" y="1819"/>
                    </a:cubicBezTo>
                    <a:cubicBezTo>
                      <a:pt x="1268" y="3091"/>
                      <a:pt x="2361" y="11095"/>
                      <a:pt x="2125" y="13732"/>
                    </a:cubicBezTo>
                    <a:cubicBezTo>
                      <a:pt x="1009" y="26139"/>
                      <a:pt x="83" y="34748"/>
                      <a:pt x="83" y="34748"/>
                    </a:cubicBezTo>
                    <a:cubicBezTo>
                      <a:pt x="1" y="35744"/>
                      <a:pt x="488" y="36736"/>
                      <a:pt x="1478" y="36883"/>
                    </a:cubicBezTo>
                    <a:cubicBezTo>
                      <a:pt x="3999" y="37252"/>
                      <a:pt x="8783" y="37444"/>
                      <a:pt x="13651" y="37444"/>
                    </a:cubicBezTo>
                    <a:cubicBezTo>
                      <a:pt x="18686" y="37444"/>
                      <a:pt x="23812" y="37239"/>
                      <a:pt x="26617" y="36811"/>
                    </a:cubicBezTo>
                    <a:cubicBezTo>
                      <a:pt x="27743" y="36639"/>
                      <a:pt x="28661" y="35674"/>
                      <a:pt x="28613" y="34535"/>
                    </a:cubicBezTo>
                    <a:cubicBezTo>
                      <a:pt x="28069" y="21847"/>
                      <a:pt x="30455" y="8620"/>
                      <a:pt x="27284" y="4192"/>
                    </a:cubicBezTo>
                    <a:cubicBezTo>
                      <a:pt x="25110" y="1156"/>
                      <a:pt x="20262" y="0"/>
                      <a:pt x="15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7955419" y="2341802"/>
                <a:ext cx="95554" cy="199199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5068" extrusionOk="0">
                    <a:moveTo>
                      <a:pt x="7227" y="1"/>
                    </a:moveTo>
                    <a:lnTo>
                      <a:pt x="137" y="3982"/>
                    </a:lnTo>
                    <a:cubicBezTo>
                      <a:pt x="42" y="7097"/>
                      <a:pt x="1" y="8508"/>
                      <a:pt x="1" y="8508"/>
                    </a:cubicBezTo>
                    <a:cubicBezTo>
                      <a:pt x="1" y="8508"/>
                      <a:pt x="165" y="15024"/>
                      <a:pt x="1583" y="15067"/>
                    </a:cubicBezTo>
                    <a:cubicBezTo>
                      <a:pt x="1590" y="15068"/>
                      <a:pt x="1596" y="15068"/>
                      <a:pt x="1603" y="15068"/>
                    </a:cubicBezTo>
                    <a:cubicBezTo>
                      <a:pt x="3284" y="15068"/>
                      <a:pt x="6971" y="8410"/>
                      <a:pt x="6971" y="8410"/>
                    </a:cubicBezTo>
                    <a:cubicBezTo>
                      <a:pt x="7043" y="6050"/>
                      <a:pt x="7227" y="1"/>
                      <a:pt x="7227" y="1"/>
                    </a:cubicBezTo>
                    <a:close/>
                  </a:path>
                </a:pathLst>
              </a:custGeom>
              <a:solidFill>
                <a:srgbClr val="EDB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7899975" y="2235857"/>
                <a:ext cx="191016" cy="189337"/>
              </a:xfrm>
              <a:custGeom>
                <a:avLst/>
                <a:gdLst/>
                <a:ahLst/>
                <a:cxnLst/>
                <a:rect l="l" t="t" r="r" b="b"/>
                <a:pathLst>
                  <a:path w="14449" h="14322" extrusionOk="0">
                    <a:moveTo>
                      <a:pt x="3839" y="0"/>
                    </a:moveTo>
                    <a:cubicBezTo>
                      <a:pt x="3582" y="0"/>
                      <a:pt x="1351" y="66"/>
                      <a:pt x="300" y="2320"/>
                    </a:cubicBezTo>
                    <a:cubicBezTo>
                      <a:pt x="0" y="10903"/>
                      <a:pt x="2165" y="13877"/>
                      <a:pt x="4626" y="14256"/>
                    </a:cubicBezTo>
                    <a:cubicBezTo>
                      <a:pt x="4908" y="14300"/>
                      <a:pt x="5189" y="14322"/>
                      <a:pt x="5468" y="14322"/>
                    </a:cubicBezTo>
                    <a:cubicBezTo>
                      <a:pt x="8231" y="14322"/>
                      <a:pt x="10747" y="12173"/>
                      <a:pt x="12304" y="7912"/>
                    </a:cubicBezTo>
                    <a:cubicBezTo>
                      <a:pt x="13933" y="7761"/>
                      <a:pt x="14449" y="4990"/>
                      <a:pt x="13507" y="4162"/>
                    </a:cubicBezTo>
                    <a:cubicBezTo>
                      <a:pt x="13370" y="4041"/>
                      <a:pt x="13238" y="3995"/>
                      <a:pt x="13115" y="3995"/>
                    </a:cubicBezTo>
                    <a:cubicBezTo>
                      <a:pt x="12708" y="3995"/>
                      <a:pt x="12406" y="4505"/>
                      <a:pt x="12406" y="4505"/>
                    </a:cubicBezTo>
                    <a:cubicBezTo>
                      <a:pt x="12406" y="4505"/>
                      <a:pt x="6537" y="4028"/>
                      <a:pt x="3864" y="0"/>
                    </a:cubicBezTo>
                    <a:cubicBezTo>
                      <a:pt x="3864" y="0"/>
                      <a:pt x="3855" y="0"/>
                      <a:pt x="3839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7986010" y="2310431"/>
                <a:ext cx="14357" cy="2026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533" extrusionOk="0">
                    <a:moveTo>
                      <a:pt x="552" y="1"/>
                    </a:moveTo>
                    <a:cubicBezTo>
                      <a:pt x="265" y="1"/>
                      <a:pt x="26" y="333"/>
                      <a:pt x="13" y="750"/>
                    </a:cubicBezTo>
                    <a:cubicBezTo>
                      <a:pt x="1" y="1173"/>
                      <a:pt x="226" y="1522"/>
                      <a:pt x="519" y="1532"/>
                    </a:cubicBezTo>
                    <a:cubicBezTo>
                      <a:pt x="522" y="1532"/>
                      <a:pt x="525" y="1532"/>
                      <a:pt x="529" y="1532"/>
                    </a:cubicBezTo>
                    <a:cubicBezTo>
                      <a:pt x="817" y="1532"/>
                      <a:pt x="1060" y="1199"/>
                      <a:pt x="1073" y="781"/>
                    </a:cubicBezTo>
                    <a:cubicBezTo>
                      <a:pt x="1086" y="360"/>
                      <a:pt x="857" y="9"/>
                      <a:pt x="565" y="1"/>
                    </a:cubicBezTo>
                    <a:cubicBezTo>
                      <a:pt x="561" y="1"/>
                      <a:pt x="556" y="1"/>
                      <a:pt x="5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7983644" y="2296907"/>
                <a:ext cx="27246" cy="9069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686" extrusionOk="0">
                    <a:moveTo>
                      <a:pt x="809" y="0"/>
                    </a:moveTo>
                    <a:cubicBezTo>
                      <a:pt x="597" y="0"/>
                      <a:pt x="407" y="47"/>
                      <a:pt x="275" y="111"/>
                    </a:cubicBezTo>
                    <a:cubicBezTo>
                      <a:pt x="85" y="198"/>
                      <a:pt x="0" y="300"/>
                      <a:pt x="21" y="347"/>
                    </a:cubicBezTo>
                    <a:cubicBezTo>
                      <a:pt x="38" y="383"/>
                      <a:pt x="97" y="392"/>
                      <a:pt x="185" y="392"/>
                    </a:cubicBezTo>
                    <a:cubicBezTo>
                      <a:pt x="280" y="392"/>
                      <a:pt x="409" y="381"/>
                      <a:pt x="560" y="381"/>
                    </a:cubicBezTo>
                    <a:cubicBezTo>
                      <a:pt x="696" y="381"/>
                      <a:pt x="848" y="390"/>
                      <a:pt x="1008" y="424"/>
                    </a:cubicBezTo>
                    <a:cubicBezTo>
                      <a:pt x="1439" y="500"/>
                      <a:pt x="1789" y="685"/>
                      <a:pt x="1928" y="685"/>
                    </a:cubicBezTo>
                    <a:cubicBezTo>
                      <a:pt x="1952" y="685"/>
                      <a:pt x="1970" y="680"/>
                      <a:pt x="1980" y="667"/>
                    </a:cubicBezTo>
                    <a:cubicBezTo>
                      <a:pt x="2060" y="593"/>
                      <a:pt x="1727" y="149"/>
                      <a:pt x="1080" y="26"/>
                    </a:cubicBezTo>
                    <a:cubicBezTo>
                      <a:pt x="987" y="8"/>
                      <a:pt x="896" y="0"/>
                      <a:pt x="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0"/>
              <p:cNvSpPr/>
              <p:nvPr/>
            </p:nvSpPr>
            <p:spPr>
              <a:xfrm>
                <a:off x="7910114" y="2309347"/>
                <a:ext cx="14357" cy="2026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533" extrusionOk="0">
                    <a:moveTo>
                      <a:pt x="552" y="0"/>
                    </a:moveTo>
                    <a:cubicBezTo>
                      <a:pt x="265" y="0"/>
                      <a:pt x="26" y="333"/>
                      <a:pt x="13" y="750"/>
                    </a:cubicBezTo>
                    <a:cubicBezTo>
                      <a:pt x="0" y="1173"/>
                      <a:pt x="226" y="1522"/>
                      <a:pt x="518" y="1532"/>
                    </a:cubicBezTo>
                    <a:cubicBezTo>
                      <a:pt x="522" y="1532"/>
                      <a:pt x="525" y="1532"/>
                      <a:pt x="528" y="1532"/>
                    </a:cubicBezTo>
                    <a:cubicBezTo>
                      <a:pt x="816" y="1532"/>
                      <a:pt x="1060" y="1202"/>
                      <a:pt x="1073" y="783"/>
                    </a:cubicBezTo>
                    <a:cubicBezTo>
                      <a:pt x="1085" y="360"/>
                      <a:pt x="857" y="8"/>
                      <a:pt x="565" y="1"/>
                    </a:cubicBezTo>
                    <a:cubicBezTo>
                      <a:pt x="560" y="1"/>
                      <a:pt x="556" y="0"/>
                      <a:pt x="5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0"/>
              <p:cNvSpPr/>
              <p:nvPr/>
            </p:nvSpPr>
            <p:spPr>
              <a:xfrm>
                <a:off x="7900887" y="2294990"/>
                <a:ext cx="27445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614" extrusionOk="0">
                    <a:moveTo>
                      <a:pt x="1194" y="1"/>
                    </a:moveTo>
                    <a:cubicBezTo>
                      <a:pt x="1136" y="1"/>
                      <a:pt x="1077" y="4"/>
                      <a:pt x="1016" y="12"/>
                    </a:cubicBezTo>
                    <a:cubicBezTo>
                      <a:pt x="362" y="91"/>
                      <a:pt x="0" y="512"/>
                      <a:pt x="77" y="592"/>
                    </a:cubicBezTo>
                    <a:cubicBezTo>
                      <a:pt x="89" y="607"/>
                      <a:pt x="110" y="614"/>
                      <a:pt x="141" y="614"/>
                    </a:cubicBezTo>
                    <a:cubicBezTo>
                      <a:pt x="287" y="614"/>
                      <a:pt x="640" y="461"/>
                      <a:pt x="1063" y="412"/>
                    </a:cubicBezTo>
                    <a:cubicBezTo>
                      <a:pt x="1155" y="399"/>
                      <a:pt x="1245" y="395"/>
                      <a:pt x="1330" y="395"/>
                    </a:cubicBezTo>
                    <a:cubicBezTo>
                      <a:pt x="1594" y="395"/>
                      <a:pt x="1814" y="440"/>
                      <a:pt x="1941" y="440"/>
                    </a:cubicBezTo>
                    <a:cubicBezTo>
                      <a:pt x="1999" y="440"/>
                      <a:pt x="2037" y="431"/>
                      <a:pt x="2053" y="404"/>
                    </a:cubicBezTo>
                    <a:cubicBezTo>
                      <a:pt x="2076" y="361"/>
                      <a:pt x="1999" y="248"/>
                      <a:pt x="1814" y="150"/>
                    </a:cubicBezTo>
                    <a:cubicBezTo>
                      <a:pt x="1668" y="67"/>
                      <a:pt x="1445" y="1"/>
                      <a:pt x="1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0"/>
              <p:cNvSpPr/>
              <p:nvPr/>
            </p:nvSpPr>
            <p:spPr>
              <a:xfrm>
                <a:off x="7935034" y="2344076"/>
                <a:ext cx="21654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272" extrusionOk="0">
                    <a:moveTo>
                      <a:pt x="801" y="0"/>
                    </a:moveTo>
                    <a:cubicBezTo>
                      <a:pt x="371" y="0"/>
                      <a:pt x="21" y="269"/>
                      <a:pt x="11" y="611"/>
                    </a:cubicBezTo>
                    <a:cubicBezTo>
                      <a:pt x="1" y="963"/>
                      <a:pt x="352" y="1258"/>
                      <a:pt x="799" y="1271"/>
                    </a:cubicBezTo>
                    <a:cubicBezTo>
                      <a:pt x="811" y="1271"/>
                      <a:pt x="823" y="1271"/>
                      <a:pt x="834" y="1271"/>
                    </a:cubicBezTo>
                    <a:cubicBezTo>
                      <a:pt x="1265" y="1271"/>
                      <a:pt x="1617" y="1002"/>
                      <a:pt x="1627" y="660"/>
                    </a:cubicBezTo>
                    <a:cubicBezTo>
                      <a:pt x="1638" y="309"/>
                      <a:pt x="1283" y="14"/>
                      <a:pt x="837" y="1"/>
                    </a:cubicBezTo>
                    <a:cubicBezTo>
                      <a:pt x="825" y="0"/>
                      <a:pt x="813" y="0"/>
                      <a:pt x="8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7942226" y="2356119"/>
                <a:ext cx="12797" cy="4772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1" extrusionOk="0">
                    <a:moveTo>
                      <a:pt x="689" y="0"/>
                    </a:moveTo>
                    <a:cubicBezTo>
                      <a:pt x="394" y="0"/>
                      <a:pt x="140" y="134"/>
                      <a:pt x="1" y="321"/>
                    </a:cubicBezTo>
                    <a:cubicBezTo>
                      <a:pt x="80" y="344"/>
                      <a:pt x="167" y="357"/>
                      <a:pt x="255" y="360"/>
                    </a:cubicBezTo>
                    <a:cubicBezTo>
                      <a:pt x="267" y="360"/>
                      <a:pt x="279" y="360"/>
                      <a:pt x="291" y="360"/>
                    </a:cubicBezTo>
                    <a:cubicBezTo>
                      <a:pt x="581" y="360"/>
                      <a:pt x="830" y="242"/>
                      <a:pt x="968" y="59"/>
                    </a:cubicBezTo>
                    <a:cubicBezTo>
                      <a:pt x="888" y="36"/>
                      <a:pt x="801" y="3"/>
                      <a:pt x="714" y="0"/>
                    </a:cubicBezTo>
                    <a:cubicBezTo>
                      <a:pt x="706" y="0"/>
                      <a:pt x="697" y="0"/>
                      <a:pt x="6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7939145" y="2300939"/>
                <a:ext cx="18217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378" h="2795" extrusionOk="0">
                    <a:moveTo>
                      <a:pt x="983" y="0"/>
                    </a:moveTo>
                    <a:cubicBezTo>
                      <a:pt x="774" y="0"/>
                      <a:pt x="590" y="154"/>
                      <a:pt x="575" y="367"/>
                    </a:cubicBezTo>
                    <a:cubicBezTo>
                      <a:pt x="552" y="691"/>
                      <a:pt x="421" y="1650"/>
                      <a:pt x="108" y="2202"/>
                    </a:cubicBezTo>
                    <a:cubicBezTo>
                      <a:pt x="0" y="2391"/>
                      <a:pt x="64" y="2633"/>
                      <a:pt x="254" y="2743"/>
                    </a:cubicBezTo>
                    <a:cubicBezTo>
                      <a:pt x="316" y="2776"/>
                      <a:pt x="385" y="2794"/>
                      <a:pt x="449" y="2794"/>
                    </a:cubicBezTo>
                    <a:cubicBezTo>
                      <a:pt x="588" y="2794"/>
                      <a:pt x="721" y="2722"/>
                      <a:pt x="793" y="2594"/>
                    </a:cubicBezTo>
                    <a:cubicBezTo>
                      <a:pt x="1260" y="1776"/>
                      <a:pt x="1357" y="478"/>
                      <a:pt x="1362" y="424"/>
                    </a:cubicBezTo>
                    <a:cubicBezTo>
                      <a:pt x="1378" y="206"/>
                      <a:pt x="1214" y="16"/>
                      <a:pt x="998" y="0"/>
                    </a:cubicBezTo>
                    <a:cubicBezTo>
                      <a:pt x="993" y="0"/>
                      <a:pt x="988" y="0"/>
                      <a:pt x="983" y="0"/>
                    </a:cubicBezTo>
                    <a:close/>
                  </a:path>
                </a:pathLst>
              </a:custGeom>
              <a:solidFill>
                <a:srgbClr val="F4A5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8083614" y="2809578"/>
                <a:ext cx="108986" cy="11131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842" extrusionOk="0">
                    <a:moveTo>
                      <a:pt x="7755" y="0"/>
                    </a:moveTo>
                    <a:cubicBezTo>
                      <a:pt x="7072" y="0"/>
                      <a:pt x="5695" y="115"/>
                      <a:pt x="4105" y="196"/>
                    </a:cubicBezTo>
                    <a:cubicBezTo>
                      <a:pt x="1853" y="330"/>
                      <a:pt x="21" y="371"/>
                      <a:pt x="11" y="535"/>
                    </a:cubicBezTo>
                    <a:cubicBezTo>
                      <a:pt x="1" y="669"/>
                      <a:pt x="1161" y="842"/>
                      <a:pt x="2778" y="842"/>
                    </a:cubicBezTo>
                    <a:cubicBezTo>
                      <a:pt x="3204" y="842"/>
                      <a:pt x="3662" y="830"/>
                      <a:pt x="4139" y="802"/>
                    </a:cubicBezTo>
                    <a:cubicBezTo>
                      <a:pt x="6427" y="684"/>
                      <a:pt x="8243" y="230"/>
                      <a:pt x="8213" y="71"/>
                    </a:cubicBezTo>
                    <a:cubicBezTo>
                      <a:pt x="8204" y="20"/>
                      <a:pt x="8039" y="0"/>
                      <a:pt x="77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7855040" y="2677801"/>
                <a:ext cx="212895" cy="241410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8261" extrusionOk="0">
                    <a:moveTo>
                      <a:pt x="10970" y="0"/>
                    </a:moveTo>
                    <a:lnTo>
                      <a:pt x="0" y="3930"/>
                    </a:lnTo>
                    <a:lnTo>
                      <a:pt x="5133" y="18261"/>
                    </a:lnTo>
                    <a:lnTo>
                      <a:pt x="16103" y="14331"/>
                    </a:lnTo>
                    <a:lnTo>
                      <a:pt x="109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0"/>
              <p:cNvSpPr/>
              <p:nvPr/>
            </p:nvSpPr>
            <p:spPr>
              <a:xfrm>
                <a:off x="7967793" y="2743373"/>
                <a:ext cx="115979" cy="83947"/>
              </a:xfrm>
              <a:custGeom>
                <a:avLst/>
                <a:gdLst/>
                <a:ahLst/>
                <a:cxnLst/>
                <a:rect l="l" t="t" r="r" b="b"/>
                <a:pathLst>
                  <a:path w="8773" h="6350" extrusionOk="0">
                    <a:moveTo>
                      <a:pt x="7311" y="0"/>
                    </a:moveTo>
                    <a:cubicBezTo>
                      <a:pt x="5214" y="0"/>
                      <a:pt x="0" y="354"/>
                      <a:pt x="504" y="3906"/>
                    </a:cubicBezTo>
                    <a:cubicBezTo>
                      <a:pt x="776" y="5821"/>
                      <a:pt x="2460" y="6350"/>
                      <a:pt x="4237" y="6350"/>
                    </a:cubicBezTo>
                    <a:cubicBezTo>
                      <a:pt x="6433" y="6350"/>
                      <a:pt x="8772" y="5543"/>
                      <a:pt x="8772" y="5543"/>
                    </a:cubicBezTo>
                    <a:lnTo>
                      <a:pt x="8162" y="22"/>
                    </a:lnTo>
                    <a:cubicBezTo>
                      <a:pt x="8162" y="22"/>
                      <a:pt x="7833" y="0"/>
                      <a:pt x="7311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0"/>
              <p:cNvSpPr/>
              <p:nvPr/>
            </p:nvSpPr>
            <p:spPr>
              <a:xfrm>
                <a:off x="8070116" y="2166280"/>
                <a:ext cx="185093" cy="236440"/>
              </a:xfrm>
              <a:custGeom>
                <a:avLst/>
                <a:gdLst/>
                <a:ahLst/>
                <a:cxnLst/>
                <a:rect l="l" t="t" r="r" b="b"/>
                <a:pathLst>
                  <a:path w="14001" h="17885" extrusionOk="0">
                    <a:moveTo>
                      <a:pt x="1" y="2285"/>
                    </a:moveTo>
                    <a:lnTo>
                      <a:pt x="1" y="2288"/>
                    </a:lnTo>
                    <a:cubicBezTo>
                      <a:pt x="1" y="2287"/>
                      <a:pt x="1" y="2287"/>
                      <a:pt x="2" y="2287"/>
                    </a:cubicBezTo>
                    <a:lnTo>
                      <a:pt x="2" y="2287"/>
                    </a:lnTo>
                    <a:lnTo>
                      <a:pt x="1" y="2285"/>
                    </a:lnTo>
                    <a:close/>
                    <a:moveTo>
                      <a:pt x="5491" y="0"/>
                    </a:moveTo>
                    <a:cubicBezTo>
                      <a:pt x="2478" y="0"/>
                      <a:pt x="104" y="2140"/>
                      <a:pt x="2" y="2287"/>
                    </a:cubicBezTo>
                    <a:lnTo>
                      <a:pt x="2" y="2287"/>
                    </a:lnTo>
                    <a:lnTo>
                      <a:pt x="1106" y="4481"/>
                    </a:lnTo>
                    <a:cubicBezTo>
                      <a:pt x="1453" y="4373"/>
                      <a:pt x="1775" y="4322"/>
                      <a:pt x="2072" y="4322"/>
                    </a:cubicBezTo>
                    <a:cubicBezTo>
                      <a:pt x="4567" y="4322"/>
                      <a:pt x="5304" y="7955"/>
                      <a:pt x="4293" y="12354"/>
                    </a:cubicBezTo>
                    <a:cubicBezTo>
                      <a:pt x="3649" y="15156"/>
                      <a:pt x="5321" y="16821"/>
                      <a:pt x="6881" y="17736"/>
                    </a:cubicBezTo>
                    <a:cubicBezTo>
                      <a:pt x="7054" y="17838"/>
                      <a:pt x="7238" y="17884"/>
                      <a:pt x="7416" y="17884"/>
                    </a:cubicBezTo>
                    <a:cubicBezTo>
                      <a:pt x="7960" y="17884"/>
                      <a:pt x="8457" y="17454"/>
                      <a:pt x="8467" y="16841"/>
                    </a:cubicBezTo>
                    <a:cubicBezTo>
                      <a:pt x="8526" y="12926"/>
                      <a:pt x="14000" y="5469"/>
                      <a:pt x="10001" y="1857"/>
                    </a:cubicBezTo>
                    <a:cubicBezTo>
                      <a:pt x="8470" y="475"/>
                      <a:pt x="6910" y="0"/>
                      <a:pt x="54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>
                <a:off x="7887521" y="2297964"/>
                <a:ext cx="51294" cy="39171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2963" extrusionOk="0">
                    <a:moveTo>
                      <a:pt x="450" y="464"/>
                    </a:moveTo>
                    <a:lnTo>
                      <a:pt x="2810" y="713"/>
                    </a:lnTo>
                    <a:cubicBezTo>
                      <a:pt x="3154" y="749"/>
                      <a:pt x="3400" y="1190"/>
                      <a:pt x="3349" y="1675"/>
                    </a:cubicBezTo>
                    <a:cubicBezTo>
                      <a:pt x="3299" y="2141"/>
                      <a:pt x="2988" y="2508"/>
                      <a:pt x="2665" y="2508"/>
                    </a:cubicBezTo>
                    <a:cubicBezTo>
                      <a:pt x="2650" y="2508"/>
                      <a:pt x="2635" y="2508"/>
                      <a:pt x="2620" y="2506"/>
                    </a:cubicBezTo>
                    <a:lnTo>
                      <a:pt x="1058" y="2339"/>
                    </a:lnTo>
                    <a:cubicBezTo>
                      <a:pt x="763" y="2309"/>
                      <a:pt x="532" y="1980"/>
                      <a:pt x="514" y="1562"/>
                    </a:cubicBezTo>
                    <a:lnTo>
                      <a:pt x="450" y="464"/>
                    </a:lnTo>
                    <a:close/>
                    <a:moveTo>
                      <a:pt x="398" y="1"/>
                    </a:moveTo>
                    <a:cubicBezTo>
                      <a:pt x="303" y="1"/>
                      <a:pt x="210" y="37"/>
                      <a:pt x="137" y="105"/>
                    </a:cubicBezTo>
                    <a:cubicBezTo>
                      <a:pt x="49" y="187"/>
                      <a:pt x="1" y="305"/>
                      <a:pt x="6" y="431"/>
                    </a:cubicBezTo>
                    <a:lnTo>
                      <a:pt x="57" y="1583"/>
                    </a:lnTo>
                    <a:cubicBezTo>
                      <a:pt x="88" y="2229"/>
                      <a:pt x="488" y="2740"/>
                      <a:pt x="1011" y="2793"/>
                    </a:cubicBezTo>
                    <a:lnTo>
                      <a:pt x="2574" y="2958"/>
                    </a:lnTo>
                    <a:cubicBezTo>
                      <a:pt x="2605" y="2963"/>
                      <a:pt x="2635" y="2963"/>
                      <a:pt x="2666" y="2963"/>
                    </a:cubicBezTo>
                    <a:cubicBezTo>
                      <a:pt x="3228" y="2963"/>
                      <a:pt x="3728" y="2429"/>
                      <a:pt x="3803" y="1724"/>
                    </a:cubicBezTo>
                    <a:cubicBezTo>
                      <a:pt x="3880" y="980"/>
                      <a:pt x="3456" y="320"/>
                      <a:pt x="2859" y="259"/>
                    </a:cubicBezTo>
                    <a:lnTo>
                      <a:pt x="434" y="2"/>
                    </a:lnTo>
                    <a:cubicBezTo>
                      <a:pt x="422" y="1"/>
                      <a:pt x="410" y="1"/>
                      <a:pt x="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0"/>
              <p:cNvSpPr/>
              <p:nvPr/>
            </p:nvSpPr>
            <p:spPr>
              <a:xfrm>
                <a:off x="7961249" y="2299683"/>
                <a:ext cx="61301" cy="39938"/>
              </a:xfrm>
              <a:custGeom>
                <a:avLst/>
                <a:gdLst/>
                <a:ahLst/>
                <a:cxnLst/>
                <a:rect l="l" t="t" r="r" b="b"/>
                <a:pathLst>
                  <a:path w="4637" h="3021" extrusionOk="0">
                    <a:moveTo>
                      <a:pt x="4170" y="460"/>
                    </a:moveTo>
                    <a:lnTo>
                      <a:pt x="4085" y="1553"/>
                    </a:lnTo>
                    <a:cubicBezTo>
                      <a:pt x="4052" y="1979"/>
                      <a:pt x="3744" y="2317"/>
                      <a:pt x="3354" y="2358"/>
                    </a:cubicBezTo>
                    <a:lnTo>
                      <a:pt x="1448" y="2561"/>
                    </a:lnTo>
                    <a:cubicBezTo>
                      <a:pt x="1418" y="2564"/>
                      <a:pt x="1389" y="2566"/>
                      <a:pt x="1360" y="2566"/>
                    </a:cubicBezTo>
                    <a:cubicBezTo>
                      <a:pt x="928" y="2566"/>
                      <a:pt x="580" y="2212"/>
                      <a:pt x="532" y="1750"/>
                    </a:cubicBezTo>
                    <a:cubicBezTo>
                      <a:pt x="478" y="1255"/>
                      <a:pt x="806" y="814"/>
                      <a:pt x="1260" y="768"/>
                    </a:cubicBezTo>
                    <a:lnTo>
                      <a:pt x="4170" y="460"/>
                    </a:lnTo>
                    <a:close/>
                    <a:moveTo>
                      <a:pt x="4219" y="0"/>
                    </a:moveTo>
                    <a:cubicBezTo>
                      <a:pt x="4202" y="0"/>
                      <a:pt x="4184" y="1"/>
                      <a:pt x="4167" y="3"/>
                    </a:cubicBezTo>
                    <a:lnTo>
                      <a:pt x="1212" y="314"/>
                    </a:lnTo>
                    <a:cubicBezTo>
                      <a:pt x="509" y="388"/>
                      <a:pt x="1" y="1052"/>
                      <a:pt x="78" y="1799"/>
                    </a:cubicBezTo>
                    <a:cubicBezTo>
                      <a:pt x="152" y="2497"/>
                      <a:pt x="717" y="3020"/>
                      <a:pt x="1368" y="3020"/>
                    </a:cubicBezTo>
                    <a:cubicBezTo>
                      <a:pt x="1412" y="3020"/>
                      <a:pt x="1453" y="3017"/>
                      <a:pt x="1496" y="3015"/>
                    </a:cubicBezTo>
                    <a:lnTo>
                      <a:pt x="3403" y="2812"/>
                    </a:lnTo>
                    <a:cubicBezTo>
                      <a:pt x="4011" y="2748"/>
                      <a:pt x="4490" y="2232"/>
                      <a:pt x="4539" y="1589"/>
                    </a:cubicBezTo>
                    <a:lnTo>
                      <a:pt x="4629" y="434"/>
                    </a:lnTo>
                    <a:cubicBezTo>
                      <a:pt x="4637" y="316"/>
                      <a:pt x="4593" y="201"/>
                      <a:pt x="4508" y="119"/>
                    </a:cubicBezTo>
                    <a:cubicBezTo>
                      <a:pt x="4430" y="43"/>
                      <a:pt x="4329" y="0"/>
                      <a:pt x="4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0"/>
              <p:cNvSpPr/>
              <p:nvPr/>
            </p:nvSpPr>
            <p:spPr>
              <a:xfrm>
                <a:off x="7933950" y="2312044"/>
                <a:ext cx="32574" cy="8038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608" extrusionOk="0">
                    <a:moveTo>
                      <a:pt x="1168" y="1"/>
                    </a:moveTo>
                    <a:cubicBezTo>
                      <a:pt x="802" y="1"/>
                      <a:pt x="395" y="43"/>
                      <a:pt x="1" y="171"/>
                    </a:cubicBezTo>
                    <a:lnTo>
                      <a:pt x="142" y="605"/>
                    </a:lnTo>
                    <a:cubicBezTo>
                      <a:pt x="482" y="495"/>
                      <a:pt x="837" y="458"/>
                      <a:pt x="1161" y="458"/>
                    </a:cubicBezTo>
                    <a:cubicBezTo>
                      <a:pt x="1809" y="458"/>
                      <a:pt x="2329" y="606"/>
                      <a:pt x="2338" y="607"/>
                    </a:cubicBezTo>
                    <a:lnTo>
                      <a:pt x="2463" y="169"/>
                    </a:lnTo>
                    <a:cubicBezTo>
                      <a:pt x="2430" y="159"/>
                      <a:pt x="1874" y="1"/>
                      <a:pt x="11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0"/>
              <p:cNvSpPr/>
              <p:nvPr/>
            </p:nvSpPr>
            <p:spPr>
              <a:xfrm>
                <a:off x="8017725" y="2292557"/>
                <a:ext cx="47394" cy="23188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754" extrusionOk="0">
                    <a:moveTo>
                      <a:pt x="3417" y="1"/>
                    </a:moveTo>
                    <a:lnTo>
                      <a:pt x="0" y="1327"/>
                    </a:lnTo>
                    <a:lnTo>
                      <a:pt x="167" y="1753"/>
                    </a:lnTo>
                    <a:lnTo>
                      <a:pt x="3584" y="427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0"/>
              <p:cNvSpPr/>
              <p:nvPr/>
            </p:nvSpPr>
            <p:spPr>
              <a:xfrm>
                <a:off x="7722840" y="3097946"/>
                <a:ext cx="71494" cy="493318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37316" extrusionOk="0">
                    <a:moveTo>
                      <a:pt x="5361" y="0"/>
                    </a:moveTo>
                    <a:cubicBezTo>
                      <a:pt x="5281" y="0"/>
                      <a:pt x="4848" y="339"/>
                      <a:pt x="4284" y="1074"/>
                    </a:cubicBezTo>
                    <a:cubicBezTo>
                      <a:pt x="3676" y="1849"/>
                      <a:pt x="2940" y="3075"/>
                      <a:pt x="2229" y="4679"/>
                    </a:cubicBezTo>
                    <a:cubicBezTo>
                      <a:pt x="1878" y="5484"/>
                      <a:pt x="1516" y="6367"/>
                      <a:pt x="1260" y="7398"/>
                    </a:cubicBezTo>
                    <a:cubicBezTo>
                      <a:pt x="1019" y="8414"/>
                      <a:pt x="839" y="9502"/>
                      <a:pt x="708" y="10649"/>
                    </a:cubicBezTo>
                    <a:cubicBezTo>
                      <a:pt x="441" y="12945"/>
                      <a:pt x="269" y="15471"/>
                      <a:pt x="182" y="18124"/>
                    </a:cubicBezTo>
                    <a:cubicBezTo>
                      <a:pt x="0" y="23429"/>
                      <a:pt x="64" y="28229"/>
                      <a:pt x="169" y="31703"/>
                    </a:cubicBezTo>
                    <a:cubicBezTo>
                      <a:pt x="223" y="33437"/>
                      <a:pt x="290" y="34843"/>
                      <a:pt x="359" y="35813"/>
                    </a:cubicBezTo>
                    <a:cubicBezTo>
                      <a:pt x="428" y="36780"/>
                      <a:pt x="495" y="37316"/>
                      <a:pt x="551" y="37316"/>
                    </a:cubicBezTo>
                    <a:cubicBezTo>
                      <a:pt x="551" y="37316"/>
                      <a:pt x="552" y="37316"/>
                      <a:pt x="552" y="37316"/>
                    </a:cubicBezTo>
                    <a:cubicBezTo>
                      <a:pt x="608" y="37313"/>
                      <a:pt x="647" y="36777"/>
                      <a:pt x="675" y="35805"/>
                    </a:cubicBezTo>
                    <a:cubicBezTo>
                      <a:pt x="700" y="34835"/>
                      <a:pt x="721" y="33432"/>
                      <a:pt x="739" y="31695"/>
                    </a:cubicBezTo>
                    <a:cubicBezTo>
                      <a:pt x="783" y="28227"/>
                      <a:pt x="808" y="23434"/>
                      <a:pt x="990" y="18152"/>
                    </a:cubicBezTo>
                    <a:cubicBezTo>
                      <a:pt x="1078" y="15513"/>
                      <a:pt x="1224" y="13001"/>
                      <a:pt x="1450" y="10733"/>
                    </a:cubicBezTo>
                    <a:cubicBezTo>
                      <a:pt x="1557" y="9599"/>
                      <a:pt x="1709" y="8527"/>
                      <a:pt x="1911" y="7552"/>
                    </a:cubicBezTo>
                    <a:cubicBezTo>
                      <a:pt x="2119" y="6595"/>
                      <a:pt x="2445" y="5700"/>
                      <a:pt x="2755" y="4899"/>
                    </a:cubicBezTo>
                    <a:cubicBezTo>
                      <a:pt x="3384" y="3301"/>
                      <a:pt x="4030" y="2065"/>
                      <a:pt x="4541" y="1254"/>
                    </a:cubicBezTo>
                    <a:cubicBezTo>
                      <a:pt x="5049" y="438"/>
                      <a:pt x="5408" y="46"/>
                      <a:pt x="5372" y="5"/>
                    </a:cubicBezTo>
                    <a:cubicBezTo>
                      <a:pt x="5370" y="2"/>
                      <a:pt x="5366" y="0"/>
                      <a:pt x="5361" y="0"/>
                    </a:cubicBezTo>
                    <a:close/>
                  </a:path>
                </a:pathLst>
              </a:custGeom>
              <a:solidFill>
                <a:srgbClr val="F4A5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0"/>
              <p:cNvSpPr/>
              <p:nvPr/>
            </p:nvSpPr>
            <p:spPr>
              <a:xfrm>
                <a:off x="5517056" y="2976547"/>
                <a:ext cx="1814524" cy="646194"/>
              </a:xfrm>
              <a:custGeom>
                <a:avLst/>
                <a:gdLst/>
                <a:ahLst/>
                <a:cxnLst/>
                <a:rect l="l" t="t" r="r" b="b"/>
                <a:pathLst>
                  <a:path w="137256" h="48880" extrusionOk="0">
                    <a:moveTo>
                      <a:pt x="68842" y="0"/>
                    </a:moveTo>
                    <a:cubicBezTo>
                      <a:pt x="46588" y="0"/>
                      <a:pt x="24978" y="2060"/>
                      <a:pt x="15989" y="4521"/>
                    </a:cubicBezTo>
                    <a:cubicBezTo>
                      <a:pt x="6194" y="7202"/>
                      <a:pt x="1" y="18503"/>
                      <a:pt x="4124" y="29044"/>
                    </a:cubicBezTo>
                    <a:cubicBezTo>
                      <a:pt x="8441" y="40088"/>
                      <a:pt x="7035" y="48880"/>
                      <a:pt x="7035" y="48880"/>
                    </a:cubicBezTo>
                    <a:lnTo>
                      <a:pt x="130126" y="48880"/>
                    </a:lnTo>
                    <a:cubicBezTo>
                      <a:pt x="128535" y="33667"/>
                      <a:pt x="137255" y="23923"/>
                      <a:pt x="132504" y="13939"/>
                    </a:cubicBezTo>
                    <a:cubicBezTo>
                      <a:pt x="127510" y="3449"/>
                      <a:pt x="97638" y="0"/>
                      <a:pt x="68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0"/>
              <p:cNvSpPr/>
              <p:nvPr/>
            </p:nvSpPr>
            <p:spPr>
              <a:xfrm>
                <a:off x="7058918" y="3305408"/>
                <a:ext cx="413442" cy="318959"/>
              </a:xfrm>
              <a:custGeom>
                <a:avLst/>
                <a:gdLst/>
                <a:ahLst/>
                <a:cxnLst/>
                <a:rect l="l" t="t" r="r" b="b"/>
                <a:pathLst>
                  <a:path w="31274" h="24127" extrusionOk="0">
                    <a:moveTo>
                      <a:pt x="23457" y="0"/>
                    </a:moveTo>
                    <a:cubicBezTo>
                      <a:pt x="21506" y="0"/>
                      <a:pt x="19451" y="587"/>
                      <a:pt x="17311" y="587"/>
                    </a:cubicBezTo>
                    <a:cubicBezTo>
                      <a:pt x="17132" y="587"/>
                      <a:pt x="16953" y="583"/>
                      <a:pt x="16773" y="574"/>
                    </a:cubicBezTo>
                    <a:cubicBezTo>
                      <a:pt x="16511" y="561"/>
                      <a:pt x="16256" y="555"/>
                      <a:pt x="16010" y="555"/>
                    </a:cubicBezTo>
                    <a:cubicBezTo>
                      <a:pt x="11984" y="555"/>
                      <a:pt x="10111" y="2175"/>
                      <a:pt x="10111" y="2175"/>
                    </a:cubicBezTo>
                    <a:cubicBezTo>
                      <a:pt x="10111" y="2175"/>
                      <a:pt x="1" y="20666"/>
                      <a:pt x="13495" y="24004"/>
                    </a:cubicBezTo>
                    <a:lnTo>
                      <a:pt x="29187" y="24127"/>
                    </a:lnTo>
                    <a:cubicBezTo>
                      <a:pt x="29187" y="24127"/>
                      <a:pt x="31273" y="4927"/>
                      <a:pt x="27935" y="1733"/>
                    </a:cubicBezTo>
                    <a:cubicBezTo>
                      <a:pt x="26517" y="377"/>
                      <a:pt x="25020" y="0"/>
                      <a:pt x="23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0"/>
              <p:cNvSpPr/>
              <p:nvPr/>
            </p:nvSpPr>
            <p:spPr>
              <a:xfrm>
                <a:off x="7274285" y="3312983"/>
                <a:ext cx="158627" cy="98185"/>
              </a:xfrm>
              <a:custGeom>
                <a:avLst/>
                <a:gdLst/>
                <a:ahLst/>
                <a:cxnLst/>
                <a:rect l="l" t="t" r="r" b="b"/>
                <a:pathLst>
                  <a:path w="11999" h="7427" extrusionOk="0">
                    <a:moveTo>
                      <a:pt x="480" y="1"/>
                    </a:moveTo>
                    <a:cubicBezTo>
                      <a:pt x="375" y="1"/>
                      <a:pt x="82" y="1006"/>
                      <a:pt x="15" y="2684"/>
                    </a:cubicBezTo>
                    <a:cubicBezTo>
                      <a:pt x="0" y="3107"/>
                      <a:pt x="5" y="3577"/>
                      <a:pt x="57" y="4080"/>
                    </a:cubicBezTo>
                    <a:cubicBezTo>
                      <a:pt x="110" y="4585"/>
                      <a:pt x="195" y="5129"/>
                      <a:pt x="428" y="5691"/>
                    </a:cubicBezTo>
                    <a:cubicBezTo>
                      <a:pt x="644" y="6235"/>
                      <a:pt x="1052" y="6868"/>
                      <a:pt x="1757" y="7145"/>
                    </a:cubicBezTo>
                    <a:cubicBezTo>
                      <a:pt x="2260" y="7317"/>
                      <a:pt x="2800" y="7427"/>
                      <a:pt x="3339" y="7427"/>
                    </a:cubicBezTo>
                    <a:cubicBezTo>
                      <a:pt x="3476" y="7427"/>
                      <a:pt x="3614" y="7420"/>
                      <a:pt x="3751" y="7405"/>
                    </a:cubicBezTo>
                    <a:cubicBezTo>
                      <a:pt x="5105" y="7302"/>
                      <a:pt x="6283" y="6843"/>
                      <a:pt x="7296" y="6373"/>
                    </a:cubicBezTo>
                    <a:cubicBezTo>
                      <a:pt x="8312" y="5893"/>
                      <a:pt x="9169" y="5368"/>
                      <a:pt x="9864" y="4898"/>
                    </a:cubicBezTo>
                    <a:cubicBezTo>
                      <a:pt x="11252" y="3946"/>
                      <a:pt x="11998" y="3218"/>
                      <a:pt x="11929" y="3131"/>
                    </a:cubicBezTo>
                    <a:cubicBezTo>
                      <a:pt x="11924" y="3125"/>
                      <a:pt x="11916" y="3122"/>
                      <a:pt x="11904" y="3122"/>
                    </a:cubicBezTo>
                    <a:cubicBezTo>
                      <a:pt x="11738" y="3122"/>
                      <a:pt x="10899" y="3658"/>
                      <a:pt x="9564" y="4413"/>
                    </a:cubicBezTo>
                    <a:cubicBezTo>
                      <a:pt x="8843" y="4811"/>
                      <a:pt x="7978" y="5270"/>
                      <a:pt x="6991" y="5693"/>
                    </a:cubicBezTo>
                    <a:cubicBezTo>
                      <a:pt x="6006" y="6109"/>
                      <a:pt x="4879" y="6512"/>
                      <a:pt x="3697" y="6599"/>
                    </a:cubicBezTo>
                    <a:cubicBezTo>
                      <a:pt x="3572" y="6613"/>
                      <a:pt x="3450" y="6619"/>
                      <a:pt x="3329" y="6619"/>
                    </a:cubicBezTo>
                    <a:cubicBezTo>
                      <a:pt x="2874" y="6619"/>
                      <a:pt x="2445" y="6528"/>
                      <a:pt x="2047" y="6407"/>
                    </a:cubicBezTo>
                    <a:cubicBezTo>
                      <a:pt x="1611" y="6250"/>
                      <a:pt x="1314" y="5847"/>
                      <a:pt x="1113" y="5396"/>
                    </a:cubicBezTo>
                    <a:cubicBezTo>
                      <a:pt x="903" y="4949"/>
                      <a:pt x="798" y="4454"/>
                      <a:pt x="721" y="3993"/>
                    </a:cubicBezTo>
                    <a:cubicBezTo>
                      <a:pt x="647" y="3528"/>
                      <a:pt x="608" y="3084"/>
                      <a:pt x="588" y="2679"/>
                    </a:cubicBezTo>
                    <a:cubicBezTo>
                      <a:pt x="508" y="1047"/>
                      <a:pt x="600" y="16"/>
                      <a:pt x="482" y="1"/>
                    </a:cubicBezTo>
                    <a:cubicBezTo>
                      <a:pt x="481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0"/>
              <p:cNvSpPr/>
              <p:nvPr/>
            </p:nvSpPr>
            <p:spPr>
              <a:xfrm>
                <a:off x="8075311" y="2606149"/>
                <a:ext cx="101887" cy="134540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10177" extrusionOk="0">
                    <a:moveTo>
                      <a:pt x="3093" y="1"/>
                    </a:moveTo>
                    <a:cubicBezTo>
                      <a:pt x="3090" y="1"/>
                      <a:pt x="3088" y="1"/>
                      <a:pt x="3086" y="2"/>
                    </a:cubicBezTo>
                    <a:lnTo>
                      <a:pt x="3084" y="2"/>
                    </a:lnTo>
                    <a:cubicBezTo>
                      <a:pt x="2938" y="84"/>
                      <a:pt x="4592" y="3314"/>
                      <a:pt x="6781" y="7219"/>
                    </a:cubicBezTo>
                    <a:lnTo>
                      <a:pt x="6806" y="7265"/>
                    </a:lnTo>
                    <a:cubicBezTo>
                      <a:pt x="6808" y="7266"/>
                      <a:pt x="6808" y="7267"/>
                      <a:pt x="6809" y="7267"/>
                    </a:cubicBezTo>
                    <a:lnTo>
                      <a:pt x="6809" y="7267"/>
                    </a:lnTo>
                    <a:cubicBezTo>
                      <a:pt x="6808" y="7268"/>
                      <a:pt x="6809" y="7268"/>
                      <a:pt x="6809" y="7268"/>
                    </a:cubicBezTo>
                    <a:cubicBezTo>
                      <a:pt x="6809" y="7268"/>
                      <a:pt x="6809" y="7268"/>
                      <a:pt x="6809" y="7268"/>
                    </a:cubicBezTo>
                    <a:lnTo>
                      <a:pt x="6809" y="7268"/>
                    </a:lnTo>
                    <a:cubicBezTo>
                      <a:pt x="6807" y="7269"/>
                      <a:pt x="6804" y="7270"/>
                      <a:pt x="6799" y="7273"/>
                    </a:cubicBezTo>
                    <a:lnTo>
                      <a:pt x="6709" y="7316"/>
                    </a:lnTo>
                    <a:cubicBezTo>
                      <a:pt x="6460" y="7421"/>
                      <a:pt x="6216" y="7526"/>
                      <a:pt x="5978" y="7632"/>
                    </a:cubicBezTo>
                    <a:cubicBezTo>
                      <a:pt x="5493" y="7829"/>
                      <a:pt x="5023" y="8022"/>
                      <a:pt x="4577" y="8206"/>
                    </a:cubicBezTo>
                    <a:cubicBezTo>
                      <a:pt x="3682" y="8565"/>
                      <a:pt x="2874" y="8891"/>
                      <a:pt x="2191" y="9163"/>
                    </a:cubicBezTo>
                    <a:cubicBezTo>
                      <a:pt x="834" y="9715"/>
                      <a:pt x="0" y="10082"/>
                      <a:pt x="29" y="10161"/>
                    </a:cubicBezTo>
                    <a:cubicBezTo>
                      <a:pt x="32" y="10171"/>
                      <a:pt x="50" y="10176"/>
                      <a:pt x="82" y="10176"/>
                    </a:cubicBezTo>
                    <a:cubicBezTo>
                      <a:pt x="295" y="10176"/>
                      <a:pt x="1121" y="9956"/>
                      <a:pt x="2337" y="9566"/>
                    </a:cubicBezTo>
                    <a:cubicBezTo>
                      <a:pt x="3038" y="9343"/>
                      <a:pt x="3864" y="9061"/>
                      <a:pt x="4777" y="8727"/>
                    </a:cubicBezTo>
                    <a:cubicBezTo>
                      <a:pt x="5234" y="8558"/>
                      <a:pt x="5711" y="8378"/>
                      <a:pt x="6203" y="8181"/>
                    </a:cubicBezTo>
                    <a:cubicBezTo>
                      <a:pt x="6450" y="8078"/>
                      <a:pt x="6701" y="7973"/>
                      <a:pt x="6953" y="7865"/>
                    </a:cubicBezTo>
                    <a:cubicBezTo>
                      <a:pt x="7168" y="7768"/>
                      <a:pt x="7384" y="7670"/>
                      <a:pt x="7602" y="7570"/>
                    </a:cubicBezTo>
                    <a:cubicBezTo>
                      <a:pt x="7707" y="7557"/>
                      <a:pt x="7604" y="7473"/>
                      <a:pt x="7589" y="7419"/>
                    </a:cubicBezTo>
                    <a:lnTo>
                      <a:pt x="7486" y="7237"/>
                    </a:lnTo>
                    <a:lnTo>
                      <a:pt x="7309" y="6921"/>
                    </a:lnTo>
                    <a:cubicBezTo>
                      <a:pt x="5151" y="3068"/>
                      <a:pt x="3280" y="1"/>
                      <a:pt x="3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0"/>
              <p:cNvSpPr/>
              <p:nvPr/>
            </p:nvSpPr>
            <p:spPr>
              <a:xfrm>
                <a:off x="5611513" y="3049759"/>
                <a:ext cx="1833297" cy="574607"/>
              </a:xfrm>
              <a:custGeom>
                <a:avLst/>
                <a:gdLst/>
                <a:ahLst/>
                <a:cxnLst/>
                <a:rect l="l" t="t" r="r" b="b"/>
                <a:pathLst>
                  <a:path w="138676" h="43465" extrusionOk="0">
                    <a:moveTo>
                      <a:pt x="64177" y="0"/>
                    </a:moveTo>
                    <a:cubicBezTo>
                      <a:pt x="51518" y="0"/>
                      <a:pt x="39220" y="984"/>
                      <a:pt x="30867" y="1959"/>
                    </a:cubicBezTo>
                    <a:cubicBezTo>
                      <a:pt x="10988" y="4281"/>
                      <a:pt x="1" y="9596"/>
                      <a:pt x="6011" y="30294"/>
                    </a:cubicBezTo>
                    <a:cubicBezTo>
                      <a:pt x="7876" y="36715"/>
                      <a:pt x="6011" y="43342"/>
                      <a:pt x="6011" y="43342"/>
                    </a:cubicBezTo>
                    <a:lnTo>
                      <a:pt x="138673" y="43465"/>
                    </a:lnTo>
                    <a:lnTo>
                      <a:pt x="138673" y="43465"/>
                    </a:lnTo>
                    <a:cubicBezTo>
                      <a:pt x="101059" y="36456"/>
                      <a:pt x="122670" y="21728"/>
                      <a:pt x="112286" y="10789"/>
                    </a:cubicBezTo>
                    <a:cubicBezTo>
                      <a:pt x="104285" y="2364"/>
                      <a:pt x="83798" y="0"/>
                      <a:pt x="64177" y="0"/>
                    </a:cubicBezTo>
                    <a:close/>
                    <a:moveTo>
                      <a:pt x="138673" y="43465"/>
                    </a:moveTo>
                    <a:cubicBezTo>
                      <a:pt x="138673" y="43465"/>
                      <a:pt x="138673" y="43465"/>
                      <a:pt x="138673" y="43465"/>
                    </a:cubicBezTo>
                    <a:lnTo>
                      <a:pt x="138676" y="43465"/>
                    </a:lnTo>
                    <a:lnTo>
                      <a:pt x="138673" y="4346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7" name="Google Shape;367;p30"/>
            <p:cNvGrpSpPr/>
            <p:nvPr/>
          </p:nvGrpSpPr>
          <p:grpSpPr>
            <a:xfrm>
              <a:off x="6503341" y="2006555"/>
              <a:ext cx="107151" cy="171243"/>
              <a:chOff x="6499834" y="1956355"/>
              <a:chExt cx="107151" cy="171243"/>
            </a:xfrm>
          </p:grpSpPr>
          <p:sp>
            <p:nvSpPr>
              <p:cNvPr id="368" name="Google Shape;368;p30"/>
              <p:cNvSpPr/>
              <p:nvPr/>
            </p:nvSpPr>
            <p:spPr>
              <a:xfrm>
                <a:off x="6530818" y="2091290"/>
                <a:ext cx="36154" cy="36308"/>
              </a:xfrm>
              <a:custGeom>
                <a:avLst/>
                <a:gdLst/>
                <a:ahLst/>
                <a:cxnLst/>
                <a:rect l="l" t="t" r="r" b="b"/>
                <a:pathLst>
                  <a:path w="937" h="941" extrusionOk="0">
                    <a:moveTo>
                      <a:pt x="477" y="1"/>
                    </a:moveTo>
                    <a:cubicBezTo>
                      <a:pt x="475" y="1"/>
                      <a:pt x="473" y="1"/>
                      <a:pt x="471" y="1"/>
                    </a:cubicBezTo>
                    <a:cubicBezTo>
                      <a:pt x="344" y="1"/>
                      <a:pt x="228" y="48"/>
                      <a:pt x="138" y="139"/>
                    </a:cubicBezTo>
                    <a:cubicBezTo>
                      <a:pt x="48" y="227"/>
                      <a:pt x="0" y="343"/>
                      <a:pt x="0" y="472"/>
                    </a:cubicBezTo>
                    <a:cubicBezTo>
                      <a:pt x="0" y="599"/>
                      <a:pt x="49" y="714"/>
                      <a:pt x="138" y="803"/>
                    </a:cubicBezTo>
                    <a:cubicBezTo>
                      <a:pt x="228" y="894"/>
                      <a:pt x="344" y="941"/>
                      <a:pt x="471" y="941"/>
                    </a:cubicBezTo>
                    <a:cubicBezTo>
                      <a:pt x="600" y="941"/>
                      <a:pt x="715" y="894"/>
                      <a:pt x="804" y="802"/>
                    </a:cubicBezTo>
                    <a:cubicBezTo>
                      <a:pt x="890" y="712"/>
                      <a:pt x="936" y="598"/>
                      <a:pt x="936" y="470"/>
                    </a:cubicBezTo>
                    <a:cubicBezTo>
                      <a:pt x="936" y="344"/>
                      <a:pt x="890" y="230"/>
                      <a:pt x="804" y="140"/>
                    </a:cubicBezTo>
                    <a:cubicBezTo>
                      <a:pt x="717" y="50"/>
                      <a:pt x="603" y="1"/>
                      <a:pt x="4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6499834" y="1956355"/>
                <a:ext cx="107151" cy="123742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3207" extrusionOk="0">
                    <a:moveTo>
                      <a:pt x="1436" y="1"/>
                    </a:moveTo>
                    <a:cubicBezTo>
                      <a:pt x="1156" y="1"/>
                      <a:pt x="892" y="66"/>
                      <a:pt x="651" y="196"/>
                    </a:cubicBezTo>
                    <a:cubicBezTo>
                      <a:pt x="411" y="323"/>
                      <a:pt x="204" y="510"/>
                      <a:pt x="38" y="748"/>
                    </a:cubicBezTo>
                    <a:cubicBezTo>
                      <a:pt x="11" y="785"/>
                      <a:pt x="1" y="830"/>
                      <a:pt x="10" y="874"/>
                    </a:cubicBezTo>
                    <a:cubicBezTo>
                      <a:pt x="17" y="919"/>
                      <a:pt x="44" y="957"/>
                      <a:pt x="81" y="982"/>
                    </a:cubicBezTo>
                    <a:lnTo>
                      <a:pt x="401" y="1200"/>
                    </a:lnTo>
                    <a:cubicBezTo>
                      <a:pt x="429" y="1220"/>
                      <a:pt x="462" y="1229"/>
                      <a:pt x="494" y="1229"/>
                    </a:cubicBezTo>
                    <a:cubicBezTo>
                      <a:pt x="546" y="1229"/>
                      <a:pt x="597" y="1205"/>
                      <a:pt x="630" y="1160"/>
                    </a:cubicBezTo>
                    <a:cubicBezTo>
                      <a:pt x="737" y="1013"/>
                      <a:pt x="860" y="899"/>
                      <a:pt x="996" y="824"/>
                    </a:cubicBezTo>
                    <a:cubicBezTo>
                      <a:pt x="1128" y="750"/>
                      <a:pt x="1267" y="713"/>
                      <a:pt x="1418" y="713"/>
                    </a:cubicBezTo>
                    <a:cubicBezTo>
                      <a:pt x="1600" y="713"/>
                      <a:pt x="1748" y="760"/>
                      <a:pt x="1871" y="856"/>
                    </a:cubicBezTo>
                    <a:cubicBezTo>
                      <a:pt x="1983" y="944"/>
                      <a:pt x="2037" y="1042"/>
                      <a:pt x="2037" y="1166"/>
                    </a:cubicBezTo>
                    <a:cubicBezTo>
                      <a:pt x="2037" y="1264"/>
                      <a:pt x="2013" y="1348"/>
                      <a:pt x="1966" y="1422"/>
                    </a:cubicBezTo>
                    <a:cubicBezTo>
                      <a:pt x="1911" y="1506"/>
                      <a:pt x="1813" y="1603"/>
                      <a:pt x="1674" y="1708"/>
                    </a:cubicBezTo>
                    <a:lnTo>
                      <a:pt x="1433" y="1885"/>
                    </a:lnTo>
                    <a:cubicBezTo>
                      <a:pt x="1234" y="2032"/>
                      <a:pt x="1094" y="2199"/>
                      <a:pt x="1012" y="2381"/>
                    </a:cubicBezTo>
                    <a:cubicBezTo>
                      <a:pt x="934" y="2564"/>
                      <a:pt x="901" y="2787"/>
                      <a:pt x="919" y="3051"/>
                    </a:cubicBezTo>
                    <a:cubicBezTo>
                      <a:pt x="925" y="3138"/>
                      <a:pt x="997" y="3206"/>
                      <a:pt x="1085" y="3206"/>
                    </a:cubicBezTo>
                    <a:lnTo>
                      <a:pt x="1446" y="3206"/>
                    </a:lnTo>
                    <a:cubicBezTo>
                      <a:pt x="1492" y="3206"/>
                      <a:pt x="1536" y="3187"/>
                      <a:pt x="1569" y="3154"/>
                    </a:cubicBezTo>
                    <a:cubicBezTo>
                      <a:pt x="1600" y="3120"/>
                      <a:pt x="1616" y="3074"/>
                      <a:pt x="1613" y="3028"/>
                    </a:cubicBezTo>
                    <a:cubicBezTo>
                      <a:pt x="1603" y="2885"/>
                      <a:pt x="1619" y="2765"/>
                      <a:pt x="1662" y="2673"/>
                    </a:cubicBezTo>
                    <a:cubicBezTo>
                      <a:pt x="1702" y="2581"/>
                      <a:pt x="1778" y="2495"/>
                      <a:pt x="1884" y="2417"/>
                    </a:cubicBezTo>
                    <a:lnTo>
                      <a:pt x="2066" y="2281"/>
                    </a:lnTo>
                    <a:cubicBezTo>
                      <a:pt x="2325" y="2091"/>
                      <a:pt x="2503" y="1921"/>
                      <a:pt x="2610" y="1758"/>
                    </a:cubicBezTo>
                    <a:cubicBezTo>
                      <a:pt x="2721" y="1588"/>
                      <a:pt x="2777" y="1386"/>
                      <a:pt x="2777" y="1160"/>
                    </a:cubicBezTo>
                    <a:cubicBezTo>
                      <a:pt x="2777" y="994"/>
                      <a:pt x="2741" y="836"/>
                      <a:pt x="2672" y="691"/>
                    </a:cubicBezTo>
                    <a:cubicBezTo>
                      <a:pt x="2602" y="548"/>
                      <a:pt x="2505" y="423"/>
                      <a:pt x="2382" y="320"/>
                    </a:cubicBezTo>
                    <a:cubicBezTo>
                      <a:pt x="2262" y="220"/>
                      <a:pt x="2118" y="141"/>
                      <a:pt x="1957" y="85"/>
                    </a:cubicBezTo>
                    <a:cubicBezTo>
                      <a:pt x="1797" y="29"/>
                      <a:pt x="1621" y="1"/>
                      <a:pt x="14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" name="Google Shape;370;p30"/>
            <p:cNvGrpSpPr/>
            <p:nvPr/>
          </p:nvGrpSpPr>
          <p:grpSpPr>
            <a:xfrm>
              <a:off x="7460954" y="1946705"/>
              <a:ext cx="107151" cy="171243"/>
              <a:chOff x="6499834" y="1956355"/>
              <a:chExt cx="107151" cy="171243"/>
            </a:xfrm>
          </p:grpSpPr>
          <p:sp>
            <p:nvSpPr>
              <p:cNvPr id="371" name="Google Shape;371;p30"/>
              <p:cNvSpPr/>
              <p:nvPr/>
            </p:nvSpPr>
            <p:spPr>
              <a:xfrm>
                <a:off x="6530818" y="2091290"/>
                <a:ext cx="36154" cy="36308"/>
              </a:xfrm>
              <a:custGeom>
                <a:avLst/>
                <a:gdLst/>
                <a:ahLst/>
                <a:cxnLst/>
                <a:rect l="l" t="t" r="r" b="b"/>
                <a:pathLst>
                  <a:path w="937" h="941" extrusionOk="0">
                    <a:moveTo>
                      <a:pt x="477" y="1"/>
                    </a:moveTo>
                    <a:cubicBezTo>
                      <a:pt x="475" y="1"/>
                      <a:pt x="473" y="1"/>
                      <a:pt x="471" y="1"/>
                    </a:cubicBezTo>
                    <a:cubicBezTo>
                      <a:pt x="344" y="1"/>
                      <a:pt x="228" y="48"/>
                      <a:pt x="138" y="139"/>
                    </a:cubicBezTo>
                    <a:cubicBezTo>
                      <a:pt x="48" y="227"/>
                      <a:pt x="0" y="343"/>
                      <a:pt x="0" y="472"/>
                    </a:cubicBezTo>
                    <a:cubicBezTo>
                      <a:pt x="0" y="599"/>
                      <a:pt x="49" y="714"/>
                      <a:pt x="138" y="803"/>
                    </a:cubicBezTo>
                    <a:cubicBezTo>
                      <a:pt x="228" y="894"/>
                      <a:pt x="344" y="941"/>
                      <a:pt x="471" y="941"/>
                    </a:cubicBezTo>
                    <a:cubicBezTo>
                      <a:pt x="600" y="941"/>
                      <a:pt x="715" y="894"/>
                      <a:pt x="804" y="802"/>
                    </a:cubicBezTo>
                    <a:cubicBezTo>
                      <a:pt x="890" y="712"/>
                      <a:pt x="936" y="598"/>
                      <a:pt x="936" y="470"/>
                    </a:cubicBezTo>
                    <a:cubicBezTo>
                      <a:pt x="936" y="344"/>
                      <a:pt x="890" y="230"/>
                      <a:pt x="804" y="140"/>
                    </a:cubicBezTo>
                    <a:cubicBezTo>
                      <a:pt x="717" y="50"/>
                      <a:pt x="603" y="1"/>
                      <a:pt x="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6499834" y="1956355"/>
                <a:ext cx="107151" cy="123742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3207" extrusionOk="0">
                    <a:moveTo>
                      <a:pt x="1436" y="1"/>
                    </a:moveTo>
                    <a:cubicBezTo>
                      <a:pt x="1156" y="1"/>
                      <a:pt x="892" y="66"/>
                      <a:pt x="651" y="196"/>
                    </a:cubicBezTo>
                    <a:cubicBezTo>
                      <a:pt x="411" y="323"/>
                      <a:pt x="204" y="510"/>
                      <a:pt x="38" y="748"/>
                    </a:cubicBezTo>
                    <a:cubicBezTo>
                      <a:pt x="11" y="785"/>
                      <a:pt x="1" y="830"/>
                      <a:pt x="10" y="874"/>
                    </a:cubicBezTo>
                    <a:cubicBezTo>
                      <a:pt x="17" y="919"/>
                      <a:pt x="44" y="957"/>
                      <a:pt x="81" y="982"/>
                    </a:cubicBezTo>
                    <a:lnTo>
                      <a:pt x="401" y="1200"/>
                    </a:lnTo>
                    <a:cubicBezTo>
                      <a:pt x="429" y="1220"/>
                      <a:pt x="462" y="1229"/>
                      <a:pt x="494" y="1229"/>
                    </a:cubicBezTo>
                    <a:cubicBezTo>
                      <a:pt x="546" y="1229"/>
                      <a:pt x="597" y="1205"/>
                      <a:pt x="630" y="1160"/>
                    </a:cubicBezTo>
                    <a:cubicBezTo>
                      <a:pt x="737" y="1013"/>
                      <a:pt x="860" y="899"/>
                      <a:pt x="996" y="824"/>
                    </a:cubicBezTo>
                    <a:cubicBezTo>
                      <a:pt x="1128" y="750"/>
                      <a:pt x="1267" y="713"/>
                      <a:pt x="1418" y="713"/>
                    </a:cubicBezTo>
                    <a:cubicBezTo>
                      <a:pt x="1600" y="713"/>
                      <a:pt x="1748" y="760"/>
                      <a:pt x="1871" y="856"/>
                    </a:cubicBezTo>
                    <a:cubicBezTo>
                      <a:pt x="1983" y="944"/>
                      <a:pt x="2037" y="1042"/>
                      <a:pt x="2037" y="1166"/>
                    </a:cubicBezTo>
                    <a:cubicBezTo>
                      <a:pt x="2037" y="1264"/>
                      <a:pt x="2013" y="1348"/>
                      <a:pt x="1966" y="1422"/>
                    </a:cubicBezTo>
                    <a:cubicBezTo>
                      <a:pt x="1911" y="1506"/>
                      <a:pt x="1813" y="1603"/>
                      <a:pt x="1674" y="1708"/>
                    </a:cubicBezTo>
                    <a:lnTo>
                      <a:pt x="1433" y="1885"/>
                    </a:lnTo>
                    <a:cubicBezTo>
                      <a:pt x="1234" y="2032"/>
                      <a:pt x="1094" y="2199"/>
                      <a:pt x="1012" y="2381"/>
                    </a:cubicBezTo>
                    <a:cubicBezTo>
                      <a:pt x="934" y="2564"/>
                      <a:pt x="901" y="2787"/>
                      <a:pt x="919" y="3051"/>
                    </a:cubicBezTo>
                    <a:cubicBezTo>
                      <a:pt x="925" y="3138"/>
                      <a:pt x="997" y="3206"/>
                      <a:pt x="1085" y="3206"/>
                    </a:cubicBezTo>
                    <a:lnTo>
                      <a:pt x="1446" y="3206"/>
                    </a:lnTo>
                    <a:cubicBezTo>
                      <a:pt x="1492" y="3206"/>
                      <a:pt x="1536" y="3187"/>
                      <a:pt x="1569" y="3154"/>
                    </a:cubicBezTo>
                    <a:cubicBezTo>
                      <a:pt x="1600" y="3120"/>
                      <a:pt x="1616" y="3074"/>
                      <a:pt x="1613" y="3028"/>
                    </a:cubicBezTo>
                    <a:cubicBezTo>
                      <a:pt x="1603" y="2885"/>
                      <a:pt x="1619" y="2765"/>
                      <a:pt x="1662" y="2673"/>
                    </a:cubicBezTo>
                    <a:cubicBezTo>
                      <a:pt x="1702" y="2581"/>
                      <a:pt x="1778" y="2495"/>
                      <a:pt x="1884" y="2417"/>
                    </a:cubicBezTo>
                    <a:lnTo>
                      <a:pt x="2066" y="2281"/>
                    </a:lnTo>
                    <a:cubicBezTo>
                      <a:pt x="2325" y="2091"/>
                      <a:pt x="2503" y="1921"/>
                      <a:pt x="2610" y="1758"/>
                    </a:cubicBezTo>
                    <a:cubicBezTo>
                      <a:pt x="2721" y="1588"/>
                      <a:pt x="2777" y="1386"/>
                      <a:pt x="2777" y="1160"/>
                    </a:cubicBezTo>
                    <a:cubicBezTo>
                      <a:pt x="2777" y="994"/>
                      <a:pt x="2741" y="836"/>
                      <a:pt x="2672" y="691"/>
                    </a:cubicBezTo>
                    <a:cubicBezTo>
                      <a:pt x="2602" y="548"/>
                      <a:pt x="2505" y="423"/>
                      <a:pt x="2382" y="320"/>
                    </a:cubicBezTo>
                    <a:cubicBezTo>
                      <a:pt x="2262" y="220"/>
                      <a:pt x="2118" y="141"/>
                      <a:pt x="1957" y="85"/>
                    </a:cubicBezTo>
                    <a:cubicBezTo>
                      <a:pt x="1797" y="29"/>
                      <a:pt x="1621" y="1"/>
                      <a:pt x="14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6BD201-8A69-70BA-F470-1B3044C4E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76AAD2F-AF25-C56C-7571-4E098AA5187E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11</a:t>
            </a:fld>
            <a:endParaRPr lang="en-US"/>
          </a:p>
        </p:txBody>
      </p:sp>
      <p:pic>
        <p:nvPicPr>
          <p:cNvPr id="5" name="Picture 4" descr="A picture containing text, diagram, font, parallel&#10;&#10;Description automatically generated">
            <a:extLst>
              <a:ext uri="{FF2B5EF4-FFF2-40B4-BE49-F238E27FC236}">
                <a16:creationId xmlns:a16="http://schemas.microsoft.com/office/drawing/2014/main" id="{569E897E-5198-C959-D582-EEB421D6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71" y="0"/>
            <a:ext cx="67290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/>
          <p:nvPr/>
        </p:nvSpPr>
        <p:spPr>
          <a:xfrm>
            <a:off x="4752797" y="1447338"/>
            <a:ext cx="3676094" cy="2248801"/>
          </a:xfrm>
          <a:custGeom>
            <a:avLst/>
            <a:gdLst/>
            <a:ahLst/>
            <a:cxnLst/>
            <a:rect l="l" t="t" r="r" b="b"/>
            <a:pathLst>
              <a:path w="72389" h="44283" extrusionOk="0">
                <a:moveTo>
                  <a:pt x="26583" y="1"/>
                </a:moveTo>
                <a:cubicBezTo>
                  <a:pt x="23094" y="1"/>
                  <a:pt x="19591" y="1054"/>
                  <a:pt x="16105" y="3722"/>
                </a:cubicBezTo>
                <a:cubicBezTo>
                  <a:pt x="1" y="16050"/>
                  <a:pt x="11643" y="35040"/>
                  <a:pt x="24886" y="39837"/>
                </a:cubicBezTo>
                <a:cubicBezTo>
                  <a:pt x="31015" y="42057"/>
                  <a:pt x="39494" y="44282"/>
                  <a:pt x="47556" y="44282"/>
                </a:cubicBezTo>
                <a:cubicBezTo>
                  <a:pt x="54172" y="44282"/>
                  <a:pt x="60508" y="42784"/>
                  <a:pt x="65034" y="38556"/>
                </a:cubicBezTo>
                <a:cubicBezTo>
                  <a:pt x="69420" y="34460"/>
                  <a:pt x="72389" y="27520"/>
                  <a:pt x="70023" y="20662"/>
                </a:cubicBezTo>
                <a:cubicBezTo>
                  <a:pt x="67118" y="12239"/>
                  <a:pt x="60279" y="15056"/>
                  <a:pt x="54282" y="12126"/>
                </a:cubicBezTo>
                <a:cubicBezTo>
                  <a:pt x="45553" y="7862"/>
                  <a:pt x="36117" y="1"/>
                  <a:pt x="2658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title"/>
          </p:nvPr>
        </p:nvSpPr>
        <p:spPr>
          <a:xfrm>
            <a:off x="533324" y="1510825"/>
            <a:ext cx="5475410" cy="14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CALCULATIONS</a:t>
            </a:r>
            <a:endParaRPr u="sng" dirty="0"/>
          </a:p>
        </p:txBody>
      </p:sp>
      <p:sp>
        <p:nvSpPr>
          <p:cNvPr id="314" name="Google Shape;314;p30"/>
          <p:cNvSpPr/>
          <p:nvPr/>
        </p:nvSpPr>
        <p:spPr>
          <a:xfrm rot="578220">
            <a:off x="4935700" y="2983251"/>
            <a:ext cx="2363653" cy="81673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5" name="Google Shape;315;p30"/>
          <p:cNvGrpSpPr/>
          <p:nvPr/>
        </p:nvGrpSpPr>
        <p:grpSpPr>
          <a:xfrm>
            <a:off x="5517056" y="1818040"/>
            <a:ext cx="2961439" cy="1755951"/>
            <a:chOff x="5517056" y="1868415"/>
            <a:chExt cx="2961439" cy="1755951"/>
          </a:xfrm>
        </p:grpSpPr>
        <p:sp>
          <p:nvSpPr>
            <p:cNvPr id="316" name="Google Shape;316;p30"/>
            <p:cNvSpPr/>
            <p:nvPr/>
          </p:nvSpPr>
          <p:spPr>
            <a:xfrm>
              <a:off x="7291506" y="1868415"/>
              <a:ext cx="507820" cy="347104"/>
            </a:xfrm>
            <a:custGeom>
              <a:avLst/>
              <a:gdLst/>
              <a:ahLst/>
              <a:cxnLst/>
              <a:rect l="l" t="t" r="r" b="b"/>
              <a:pathLst>
                <a:path w="38413" h="26256" extrusionOk="0">
                  <a:moveTo>
                    <a:pt x="16909" y="0"/>
                  </a:moveTo>
                  <a:cubicBezTo>
                    <a:pt x="7571" y="0"/>
                    <a:pt x="1" y="5618"/>
                    <a:pt x="1" y="12547"/>
                  </a:cubicBezTo>
                  <a:cubicBezTo>
                    <a:pt x="1" y="19479"/>
                    <a:pt x="7571" y="25097"/>
                    <a:pt x="16909" y="25097"/>
                  </a:cubicBezTo>
                  <a:cubicBezTo>
                    <a:pt x="20891" y="25097"/>
                    <a:pt x="24546" y="24074"/>
                    <a:pt x="27432" y="22368"/>
                  </a:cubicBezTo>
                  <a:lnTo>
                    <a:pt x="37212" y="26203"/>
                  </a:lnTo>
                  <a:cubicBezTo>
                    <a:pt x="37303" y="26239"/>
                    <a:pt x="37392" y="26255"/>
                    <a:pt x="37478" y="26255"/>
                  </a:cubicBezTo>
                  <a:cubicBezTo>
                    <a:pt x="38029" y="26255"/>
                    <a:pt x="38413" y="25577"/>
                    <a:pt x="38002" y="25095"/>
                  </a:cubicBezTo>
                  <a:lnTo>
                    <a:pt x="32065" y="18112"/>
                  </a:lnTo>
                  <a:cubicBezTo>
                    <a:pt x="33187" y="16434"/>
                    <a:pt x="33818" y="14546"/>
                    <a:pt x="33818" y="12547"/>
                  </a:cubicBezTo>
                  <a:cubicBezTo>
                    <a:pt x="33818" y="5618"/>
                    <a:pt x="26247" y="0"/>
                    <a:pt x="16909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6266325" y="1932624"/>
              <a:ext cx="581183" cy="347104"/>
            </a:xfrm>
            <a:custGeom>
              <a:avLst/>
              <a:gdLst/>
              <a:ahLst/>
              <a:cxnLst/>
              <a:rect l="l" t="t" r="r" b="b"/>
              <a:pathLst>
                <a:path w="50439" h="30124" extrusionOk="0">
                  <a:moveTo>
                    <a:pt x="25349" y="0"/>
                  </a:moveTo>
                  <a:cubicBezTo>
                    <a:pt x="14177" y="0"/>
                    <a:pt x="5118" y="6265"/>
                    <a:pt x="5118" y="13994"/>
                  </a:cubicBezTo>
                  <a:cubicBezTo>
                    <a:pt x="5118" y="16031"/>
                    <a:pt x="5752" y="17963"/>
                    <a:pt x="6883" y="19710"/>
                  </a:cubicBezTo>
                  <a:lnTo>
                    <a:pt x="344" y="29025"/>
                  </a:lnTo>
                  <a:cubicBezTo>
                    <a:pt x="1" y="29515"/>
                    <a:pt x="390" y="30123"/>
                    <a:pt x="907" y="30123"/>
                  </a:cubicBezTo>
                  <a:cubicBezTo>
                    <a:pt x="1004" y="30123"/>
                    <a:pt x="1106" y="30102"/>
                    <a:pt x="1209" y="30054"/>
                  </a:cubicBezTo>
                  <a:lnTo>
                    <a:pt x="12491" y="24800"/>
                  </a:lnTo>
                  <a:cubicBezTo>
                    <a:pt x="15988" y="26793"/>
                    <a:pt x="20465" y="27989"/>
                    <a:pt x="25349" y="27989"/>
                  </a:cubicBezTo>
                  <a:cubicBezTo>
                    <a:pt x="30231" y="27989"/>
                    <a:pt x="35044" y="26698"/>
                    <a:pt x="38594" y="24569"/>
                  </a:cubicBezTo>
                  <a:lnTo>
                    <a:pt x="49230" y="29520"/>
                  </a:lnTo>
                  <a:cubicBezTo>
                    <a:pt x="49333" y="29568"/>
                    <a:pt x="49435" y="29590"/>
                    <a:pt x="49532" y="29590"/>
                  </a:cubicBezTo>
                  <a:cubicBezTo>
                    <a:pt x="50049" y="29590"/>
                    <a:pt x="50438" y="28982"/>
                    <a:pt x="50095" y="28491"/>
                  </a:cubicBezTo>
                  <a:lnTo>
                    <a:pt x="43871" y="19623"/>
                  </a:lnTo>
                  <a:cubicBezTo>
                    <a:pt x="44967" y="17899"/>
                    <a:pt x="45577" y="15998"/>
                    <a:pt x="45577" y="13994"/>
                  </a:cubicBezTo>
                  <a:cubicBezTo>
                    <a:pt x="45577" y="6265"/>
                    <a:pt x="36521" y="0"/>
                    <a:pt x="25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8" name="Google Shape;318;p30"/>
            <p:cNvGrpSpPr/>
            <p:nvPr/>
          </p:nvGrpSpPr>
          <p:grpSpPr>
            <a:xfrm>
              <a:off x="5517056" y="2166280"/>
              <a:ext cx="2961439" cy="1458087"/>
              <a:chOff x="5517056" y="2166280"/>
              <a:chExt cx="2961439" cy="1458087"/>
            </a:xfrm>
          </p:grpSpPr>
          <p:sp>
            <p:nvSpPr>
              <p:cNvPr id="319" name="Google Shape;319;p30"/>
              <p:cNvSpPr/>
              <p:nvPr/>
            </p:nvSpPr>
            <p:spPr>
              <a:xfrm>
                <a:off x="6437539" y="2727125"/>
                <a:ext cx="159883" cy="149082"/>
              </a:xfrm>
              <a:custGeom>
                <a:avLst/>
                <a:gdLst/>
                <a:ahLst/>
                <a:cxnLst/>
                <a:rect l="l" t="t" r="r" b="b"/>
                <a:pathLst>
                  <a:path w="12094" h="11277" extrusionOk="0">
                    <a:moveTo>
                      <a:pt x="5383" y="0"/>
                    </a:moveTo>
                    <a:cubicBezTo>
                      <a:pt x="1557" y="0"/>
                      <a:pt x="0" y="8470"/>
                      <a:pt x="0" y="8470"/>
                    </a:cubicBezTo>
                    <a:lnTo>
                      <a:pt x="5126" y="11277"/>
                    </a:lnTo>
                    <a:cubicBezTo>
                      <a:pt x="5126" y="11277"/>
                      <a:pt x="12094" y="2552"/>
                      <a:pt x="6540" y="246"/>
                    </a:cubicBezTo>
                    <a:cubicBezTo>
                      <a:pt x="6133" y="77"/>
                      <a:pt x="5748" y="0"/>
                      <a:pt x="5383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0"/>
              <p:cNvSpPr/>
              <p:nvPr/>
            </p:nvSpPr>
            <p:spPr>
              <a:xfrm>
                <a:off x="5552975" y="2702166"/>
                <a:ext cx="167048" cy="148130"/>
              </a:xfrm>
              <a:custGeom>
                <a:avLst/>
                <a:gdLst/>
                <a:ahLst/>
                <a:cxnLst/>
                <a:rect l="l" t="t" r="r" b="b"/>
                <a:pathLst>
                  <a:path w="12636" h="11205" extrusionOk="0">
                    <a:moveTo>
                      <a:pt x="6680" y="1"/>
                    </a:moveTo>
                    <a:cubicBezTo>
                      <a:pt x="6237" y="1"/>
                      <a:pt x="5774" y="117"/>
                      <a:pt x="5293" y="376"/>
                    </a:cubicBezTo>
                    <a:cubicBezTo>
                      <a:pt x="1" y="3234"/>
                      <a:pt x="7820" y="11205"/>
                      <a:pt x="7820" y="11205"/>
                    </a:cubicBezTo>
                    <a:lnTo>
                      <a:pt x="12635" y="7893"/>
                    </a:lnTo>
                    <a:cubicBezTo>
                      <a:pt x="12635" y="7893"/>
                      <a:pt x="10335" y="1"/>
                      <a:pt x="6680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0"/>
              <p:cNvSpPr/>
              <p:nvPr/>
            </p:nvSpPr>
            <p:spPr>
              <a:xfrm>
                <a:off x="6041586" y="2635775"/>
                <a:ext cx="122853" cy="140463"/>
              </a:xfrm>
              <a:custGeom>
                <a:avLst/>
                <a:gdLst/>
                <a:ahLst/>
                <a:cxnLst/>
                <a:rect l="l" t="t" r="r" b="b"/>
                <a:pathLst>
                  <a:path w="9293" h="10625" extrusionOk="0">
                    <a:moveTo>
                      <a:pt x="124" y="1"/>
                    </a:moveTo>
                    <a:cubicBezTo>
                      <a:pt x="124" y="1"/>
                      <a:pt x="106" y="5319"/>
                      <a:pt x="0" y="8277"/>
                    </a:cubicBezTo>
                    <a:cubicBezTo>
                      <a:pt x="0" y="8277"/>
                      <a:pt x="2861" y="10624"/>
                      <a:pt x="4646" y="10624"/>
                    </a:cubicBezTo>
                    <a:cubicBezTo>
                      <a:pt x="7943" y="10624"/>
                      <a:pt x="9292" y="10178"/>
                      <a:pt x="9292" y="10178"/>
                    </a:cubicBezTo>
                    <a:cubicBezTo>
                      <a:pt x="9292" y="10178"/>
                      <a:pt x="8792" y="3174"/>
                      <a:pt x="8492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0"/>
              <p:cNvSpPr/>
              <p:nvPr/>
            </p:nvSpPr>
            <p:spPr>
              <a:xfrm>
                <a:off x="6046940" y="2484234"/>
                <a:ext cx="174953" cy="182410"/>
              </a:xfrm>
              <a:custGeom>
                <a:avLst/>
                <a:gdLst/>
                <a:ahLst/>
                <a:cxnLst/>
                <a:rect l="l" t="t" r="r" b="b"/>
                <a:pathLst>
                  <a:path w="13234" h="13798" extrusionOk="0">
                    <a:moveTo>
                      <a:pt x="5780" y="0"/>
                    </a:moveTo>
                    <a:cubicBezTo>
                      <a:pt x="4143" y="0"/>
                      <a:pt x="2607" y="252"/>
                      <a:pt x="1902" y="892"/>
                    </a:cubicBezTo>
                    <a:cubicBezTo>
                      <a:pt x="101" y="2528"/>
                      <a:pt x="1" y="6369"/>
                      <a:pt x="935" y="7536"/>
                    </a:cubicBezTo>
                    <a:cubicBezTo>
                      <a:pt x="1868" y="8703"/>
                      <a:pt x="4808" y="8906"/>
                      <a:pt x="4808" y="8906"/>
                    </a:cubicBezTo>
                    <a:cubicBezTo>
                      <a:pt x="4808" y="8906"/>
                      <a:pt x="2815" y="12303"/>
                      <a:pt x="6504" y="13742"/>
                    </a:cubicBezTo>
                    <a:cubicBezTo>
                      <a:pt x="6597" y="13778"/>
                      <a:pt x="6743" y="13798"/>
                      <a:pt x="6927" y="13798"/>
                    </a:cubicBezTo>
                    <a:cubicBezTo>
                      <a:pt x="7989" y="13798"/>
                      <a:pt x="10326" y="13149"/>
                      <a:pt x="11155" y="11366"/>
                    </a:cubicBezTo>
                    <a:cubicBezTo>
                      <a:pt x="13233" y="6897"/>
                      <a:pt x="11391" y="1318"/>
                      <a:pt x="11391" y="1318"/>
                    </a:cubicBezTo>
                    <a:cubicBezTo>
                      <a:pt x="11122" y="611"/>
                      <a:pt x="8330" y="0"/>
                      <a:pt x="5780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0"/>
              <p:cNvSpPr/>
              <p:nvPr/>
            </p:nvSpPr>
            <p:spPr>
              <a:xfrm>
                <a:off x="5636063" y="2713284"/>
                <a:ext cx="892376" cy="615959"/>
              </a:xfrm>
              <a:custGeom>
                <a:avLst/>
                <a:gdLst/>
                <a:ahLst/>
                <a:cxnLst/>
                <a:rect l="l" t="t" r="r" b="b"/>
                <a:pathLst>
                  <a:path w="67502" h="46593" extrusionOk="0">
                    <a:moveTo>
                      <a:pt x="35850" y="0"/>
                    </a:moveTo>
                    <a:cubicBezTo>
                      <a:pt x="29016" y="0"/>
                      <a:pt x="21775" y="1081"/>
                      <a:pt x="18926" y="3309"/>
                    </a:cubicBezTo>
                    <a:cubicBezTo>
                      <a:pt x="16186" y="5454"/>
                      <a:pt x="13813" y="12781"/>
                      <a:pt x="13041" y="12906"/>
                    </a:cubicBezTo>
                    <a:cubicBezTo>
                      <a:pt x="13038" y="12907"/>
                      <a:pt x="13036" y="12907"/>
                      <a:pt x="13033" y="12907"/>
                    </a:cubicBezTo>
                    <a:cubicBezTo>
                      <a:pt x="12496" y="12907"/>
                      <a:pt x="7175" y="5307"/>
                      <a:pt x="5922" y="4761"/>
                    </a:cubicBezTo>
                    <a:cubicBezTo>
                      <a:pt x="5857" y="4733"/>
                      <a:pt x="5774" y="4719"/>
                      <a:pt x="5676" y="4719"/>
                    </a:cubicBezTo>
                    <a:cubicBezTo>
                      <a:pt x="4329" y="4719"/>
                      <a:pt x="113" y="7239"/>
                      <a:pt x="65" y="8676"/>
                    </a:cubicBezTo>
                    <a:cubicBezTo>
                      <a:pt x="1" y="10546"/>
                      <a:pt x="12128" y="28709"/>
                      <a:pt x="12128" y="28709"/>
                    </a:cubicBezTo>
                    <a:lnTo>
                      <a:pt x="16614" y="26444"/>
                    </a:lnTo>
                    <a:lnTo>
                      <a:pt x="16614" y="26444"/>
                    </a:lnTo>
                    <a:cubicBezTo>
                      <a:pt x="16614" y="26444"/>
                      <a:pt x="15847" y="42998"/>
                      <a:pt x="16853" y="44558"/>
                    </a:cubicBezTo>
                    <a:cubicBezTo>
                      <a:pt x="17913" y="45843"/>
                      <a:pt x="30414" y="46593"/>
                      <a:pt x="40338" y="46593"/>
                    </a:cubicBezTo>
                    <a:cubicBezTo>
                      <a:pt x="46507" y="46593"/>
                      <a:pt x="51680" y="46303"/>
                      <a:pt x="52489" y="45672"/>
                    </a:cubicBezTo>
                    <a:cubicBezTo>
                      <a:pt x="53359" y="44315"/>
                      <a:pt x="52407" y="36113"/>
                      <a:pt x="52407" y="36113"/>
                    </a:cubicBezTo>
                    <a:lnTo>
                      <a:pt x="58918" y="29835"/>
                    </a:lnTo>
                    <a:cubicBezTo>
                      <a:pt x="58918" y="29835"/>
                      <a:pt x="67502" y="13224"/>
                      <a:pt x="66919" y="11388"/>
                    </a:cubicBezTo>
                    <a:cubicBezTo>
                      <a:pt x="66546" y="10199"/>
                      <a:pt x="61406" y="7678"/>
                      <a:pt x="60681" y="7678"/>
                    </a:cubicBezTo>
                    <a:cubicBezTo>
                      <a:pt x="60670" y="7678"/>
                      <a:pt x="60659" y="7679"/>
                      <a:pt x="60650" y="7681"/>
                    </a:cubicBezTo>
                    <a:cubicBezTo>
                      <a:pt x="59799" y="7801"/>
                      <a:pt x="57047" y="13379"/>
                      <a:pt x="56321" y="13379"/>
                    </a:cubicBezTo>
                    <a:cubicBezTo>
                      <a:pt x="56277" y="13379"/>
                      <a:pt x="56240" y="13358"/>
                      <a:pt x="56211" y="13314"/>
                    </a:cubicBezTo>
                    <a:cubicBezTo>
                      <a:pt x="54944" y="11354"/>
                      <a:pt x="52009" y="3971"/>
                      <a:pt x="49400" y="2270"/>
                    </a:cubicBezTo>
                    <a:cubicBezTo>
                      <a:pt x="47100" y="770"/>
                      <a:pt x="41620" y="0"/>
                      <a:pt x="358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0"/>
              <p:cNvSpPr/>
              <p:nvPr/>
            </p:nvSpPr>
            <p:spPr>
              <a:xfrm>
                <a:off x="5798457" y="2403791"/>
                <a:ext cx="431025" cy="505639"/>
              </a:xfrm>
              <a:custGeom>
                <a:avLst/>
                <a:gdLst/>
                <a:ahLst/>
                <a:cxnLst/>
                <a:rect l="l" t="t" r="r" b="b"/>
                <a:pathLst>
                  <a:path w="32604" h="38248" extrusionOk="0">
                    <a:moveTo>
                      <a:pt x="22987" y="1"/>
                    </a:moveTo>
                    <a:cubicBezTo>
                      <a:pt x="20290" y="1"/>
                      <a:pt x="17384" y="1161"/>
                      <a:pt x="15123" y="3965"/>
                    </a:cubicBezTo>
                    <a:cubicBezTo>
                      <a:pt x="10272" y="9983"/>
                      <a:pt x="14148" y="15053"/>
                      <a:pt x="12919" y="19881"/>
                    </a:cubicBezTo>
                    <a:cubicBezTo>
                      <a:pt x="11693" y="24711"/>
                      <a:pt x="0" y="34688"/>
                      <a:pt x="16396" y="37874"/>
                    </a:cubicBezTo>
                    <a:cubicBezTo>
                      <a:pt x="17702" y="38128"/>
                      <a:pt x="18896" y="38247"/>
                      <a:pt x="19984" y="38247"/>
                    </a:cubicBezTo>
                    <a:cubicBezTo>
                      <a:pt x="32604" y="38247"/>
                      <a:pt x="31056" y="22289"/>
                      <a:pt x="27414" y="16338"/>
                    </a:cubicBezTo>
                    <a:cubicBezTo>
                      <a:pt x="25731" y="13588"/>
                      <a:pt x="26083" y="12097"/>
                      <a:pt x="26511" y="11163"/>
                    </a:cubicBezTo>
                    <a:cubicBezTo>
                      <a:pt x="27157" y="9752"/>
                      <a:pt x="28391" y="10471"/>
                      <a:pt x="29805" y="8616"/>
                    </a:cubicBezTo>
                    <a:cubicBezTo>
                      <a:pt x="31344" y="6594"/>
                      <a:pt x="30385" y="3739"/>
                      <a:pt x="29063" y="2397"/>
                    </a:cubicBezTo>
                    <a:cubicBezTo>
                      <a:pt x="27599" y="912"/>
                      <a:pt x="25375" y="1"/>
                      <a:pt x="229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0"/>
              <p:cNvSpPr/>
              <p:nvPr/>
            </p:nvSpPr>
            <p:spPr>
              <a:xfrm>
                <a:off x="6243813" y="2862339"/>
                <a:ext cx="60561" cy="158944"/>
              </a:xfrm>
              <a:custGeom>
                <a:avLst/>
                <a:gdLst/>
                <a:ahLst/>
                <a:cxnLst/>
                <a:rect l="l" t="t" r="r" b="b"/>
                <a:pathLst>
                  <a:path w="4581" h="12023" extrusionOk="0">
                    <a:moveTo>
                      <a:pt x="220" y="1"/>
                    </a:moveTo>
                    <a:cubicBezTo>
                      <a:pt x="217" y="1"/>
                      <a:pt x="214" y="1"/>
                      <a:pt x="211" y="2"/>
                    </a:cubicBezTo>
                    <a:cubicBezTo>
                      <a:pt x="1" y="74"/>
                      <a:pt x="760" y="2824"/>
                      <a:pt x="1910" y="6144"/>
                    </a:cubicBezTo>
                    <a:cubicBezTo>
                      <a:pt x="3040" y="9418"/>
                      <a:pt x="4129" y="12023"/>
                      <a:pt x="4361" y="12023"/>
                    </a:cubicBezTo>
                    <a:cubicBezTo>
                      <a:pt x="4364" y="12023"/>
                      <a:pt x="4367" y="12022"/>
                      <a:pt x="4370" y="12021"/>
                    </a:cubicBezTo>
                    <a:cubicBezTo>
                      <a:pt x="4580" y="11949"/>
                      <a:pt x="3821" y="9199"/>
                      <a:pt x="2671" y="5880"/>
                    </a:cubicBezTo>
                    <a:cubicBezTo>
                      <a:pt x="1540" y="2604"/>
                      <a:pt x="451" y="1"/>
                      <a:pt x="220" y="1"/>
                    </a:cubicBezTo>
                    <a:close/>
                  </a:path>
                </a:pathLst>
              </a:custGeom>
              <a:solidFill>
                <a:srgbClr val="100248">
                  <a:alpha val="29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0"/>
              <p:cNvSpPr/>
              <p:nvPr/>
            </p:nvSpPr>
            <p:spPr>
              <a:xfrm>
                <a:off x="5876654" y="2839297"/>
                <a:ext cx="15930" cy="186851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4134" extrusionOk="0">
                    <a:moveTo>
                      <a:pt x="960" y="1"/>
                    </a:moveTo>
                    <a:cubicBezTo>
                      <a:pt x="736" y="1"/>
                      <a:pt x="396" y="3151"/>
                      <a:pt x="198" y="7045"/>
                    </a:cubicBezTo>
                    <a:cubicBezTo>
                      <a:pt x="1" y="10945"/>
                      <a:pt x="21" y="14118"/>
                      <a:pt x="245" y="14134"/>
                    </a:cubicBezTo>
                    <a:cubicBezTo>
                      <a:pt x="245" y="14134"/>
                      <a:pt x="246" y="14134"/>
                      <a:pt x="246" y="14134"/>
                    </a:cubicBezTo>
                    <a:cubicBezTo>
                      <a:pt x="469" y="14134"/>
                      <a:pt x="809" y="10986"/>
                      <a:pt x="1007" y="7089"/>
                    </a:cubicBezTo>
                    <a:cubicBezTo>
                      <a:pt x="1204" y="3184"/>
                      <a:pt x="1184" y="11"/>
                      <a:pt x="960" y="1"/>
                    </a:cubicBezTo>
                    <a:cubicBezTo>
                      <a:pt x="960" y="1"/>
                      <a:pt x="960" y="1"/>
                      <a:pt x="960" y="1"/>
                    </a:cubicBezTo>
                    <a:close/>
                  </a:path>
                </a:pathLst>
              </a:custGeom>
              <a:solidFill>
                <a:srgbClr val="100248">
                  <a:alpha val="29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6903015" y="2618616"/>
                <a:ext cx="139233" cy="182198"/>
              </a:xfrm>
              <a:custGeom>
                <a:avLst/>
                <a:gdLst/>
                <a:ahLst/>
                <a:cxnLst/>
                <a:rect l="l" t="t" r="r" b="b"/>
                <a:pathLst>
                  <a:path w="10532" h="13782" extrusionOk="0">
                    <a:moveTo>
                      <a:pt x="9688" y="1"/>
                    </a:moveTo>
                    <a:lnTo>
                      <a:pt x="129" y="267"/>
                    </a:lnTo>
                    <a:cubicBezTo>
                      <a:pt x="129" y="267"/>
                      <a:pt x="111" y="5811"/>
                      <a:pt x="1" y="8892"/>
                    </a:cubicBezTo>
                    <a:cubicBezTo>
                      <a:pt x="1" y="8892"/>
                      <a:pt x="3818" y="13782"/>
                      <a:pt x="5678" y="13782"/>
                    </a:cubicBezTo>
                    <a:cubicBezTo>
                      <a:pt x="9115" y="13782"/>
                      <a:pt x="10532" y="10783"/>
                      <a:pt x="10532" y="10783"/>
                    </a:cubicBezTo>
                    <a:cubicBezTo>
                      <a:pt x="10532" y="10783"/>
                      <a:pt x="10001" y="3310"/>
                      <a:pt x="9688" y="1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6910484" y="2469401"/>
                <a:ext cx="170089" cy="188636"/>
              </a:xfrm>
              <a:custGeom>
                <a:avLst/>
                <a:gdLst/>
                <a:ahLst/>
                <a:cxnLst/>
                <a:rect l="l" t="t" r="r" b="b"/>
                <a:pathLst>
                  <a:path w="12866" h="14269" extrusionOk="0">
                    <a:moveTo>
                      <a:pt x="5662" y="0"/>
                    </a:moveTo>
                    <a:cubicBezTo>
                      <a:pt x="4060" y="0"/>
                      <a:pt x="2555" y="246"/>
                      <a:pt x="1865" y="872"/>
                    </a:cubicBezTo>
                    <a:cubicBezTo>
                      <a:pt x="100" y="2475"/>
                      <a:pt x="0" y="6236"/>
                      <a:pt x="916" y="7381"/>
                    </a:cubicBezTo>
                    <a:cubicBezTo>
                      <a:pt x="1832" y="8525"/>
                      <a:pt x="4710" y="8722"/>
                      <a:pt x="4710" y="8722"/>
                    </a:cubicBezTo>
                    <a:cubicBezTo>
                      <a:pt x="4710" y="8722"/>
                      <a:pt x="2678" y="12742"/>
                      <a:pt x="6290" y="14151"/>
                    </a:cubicBezTo>
                    <a:cubicBezTo>
                      <a:pt x="6464" y="14218"/>
                      <a:pt x="6828" y="14269"/>
                      <a:pt x="7294" y="14269"/>
                    </a:cubicBezTo>
                    <a:cubicBezTo>
                      <a:pt x="8497" y="14269"/>
                      <a:pt x="10379" y="13932"/>
                      <a:pt x="11421" y="12681"/>
                    </a:cubicBezTo>
                    <a:cubicBezTo>
                      <a:pt x="12866" y="10944"/>
                      <a:pt x="11160" y="1290"/>
                      <a:pt x="11160" y="1290"/>
                    </a:cubicBezTo>
                    <a:cubicBezTo>
                      <a:pt x="10895" y="598"/>
                      <a:pt x="8160" y="0"/>
                      <a:pt x="5662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6653196" y="2650833"/>
                <a:ext cx="842722" cy="651336"/>
              </a:xfrm>
              <a:custGeom>
                <a:avLst/>
                <a:gdLst/>
                <a:ahLst/>
                <a:cxnLst/>
                <a:rect l="l" t="t" r="r" b="b"/>
                <a:pathLst>
                  <a:path w="63746" h="49269" extrusionOk="0">
                    <a:moveTo>
                      <a:pt x="57522" y="1"/>
                    </a:moveTo>
                    <a:cubicBezTo>
                      <a:pt x="57522" y="1"/>
                      <a:pt x="53217" y="9716"/>
                      <a:pt x="51719" y="9716"/>
                    </a:cubicBezTo>
                    <a:cubicBezTo>
                      <a:pt x="51699" y="9716"/>
                      <a:pt x="51680" y="9714"/>
                      <a:pt x="51660" y="9711"/>
                    </a:cubicBezTo>
                    <a:cubicBezTo>
                      <a:pt x="47081" y="8857"/>
                      <a:pt x="42905" y="6407"/>
                      <a:pt x="38130" y="5781"/>
                    </a:cubicBezTo>
                    <a:cubicBezTo>
                      <a:pt x="34560" y="5313"/>
                      <a:pt x="30174" y="4941"/>
                      <a:pt x="25810" y="4941"/>
                    </a:cubicBezTo>
                    <a:cubicBezTo>
                      <a:pt x="19052" y="4941"/>
                      <a:pt x="12347" y="5833"/>
                      <a:pt x="8813" y="8639"/>
                    </a:cubicBezTo>
                    <a:cubicBezTo>
                      <a:pt x="6573" y="10419"/>
                      <a:pt x="1" y="18438"/>
                      <a:pt x="1" y="21553"/>
                    </a:cubicBezTo>
                    <a:cubicBezTo>
                      <a:pt x="1" y="27543"/>
                      <a:pt x="6827" y="37004"/>
                      <a:pt x="6827" y="37004"/>
                    </a:cubicBezTo>
                    <a:lnTo>
                      <a:pt x="7040" y="45647"/>
                    </a:lnTo>
                    <a:cubicBezTo>
                      <a:pt x="7048" y="46730"/>
                      <a:pt x="7461" y="47751"/>
                      <a:pt x="8523" y="47966"/>
                    </a:cubicBezTo>
                    <a:cubicBezTo>
                      <a:pt x="12539" y="48778"/>
                      <a:pt x="21768" y="49269"/>
                      <a:pt x="29005" y="49269"/>
                    </a:cubicBezTo>
                    <a:cubicBezTo>
                      <a:pt x="32217" y="49269"/>
                      <a:pt x="35036" y="49172"/>
                      <a:pt x="36832" y="48964"/>
                    </a:cubicBezTo>
                    <a:cubicBezTo>
                      <a:pt x="37938" y="48836"/>
                      <a:pt x="38756" y="47876"/>
                      <a:pt x="38697" y="46766"/>
                    </a:cubicBezTo>
                    <a:lnTo>
                      <a:pt x="38651" y="18803"/>
                    </a:lnTo>
                    <a:lnTo>
                      <a:pt x="38651" y="18803"/>
                    </a:lnTo>
                    <a:cubicBezTo>
                      <a:pt x="38652" y="18803"/>
                      <a:pt x="48976" y="20938"/>
                      <a:pt x="53854" y="20938"/>
                    </a:cubicBezTo>
                    <a:cubicBezTo>
                      <a:pt x="54505" y="20938"/>
                      <a:pt x="55058" y="20900"/>
                      <a:pt x="55478" y="20814"/>
                    </a:cubicBezTo>
                    <a:cubicBezTo>
                      <a:pt x="59841" y="19919"/>
                      <a:pt x="63746" y="2315"/>
                      <a:pt x="63746" y="2315"/>
                    </a:cubicBezTo>
                    <a:lnTo>
                      <a:pt x="57522" y="1"/>
                    </a:ln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6826603" y="2376875"/>
                <a:ext cx="245522" cy="273958"/>
              </a:xfrm>
              <a:custGeom>
                <a:avLst/>
                <a:gdLst/>
                <a:ahLst/>
                <a:cxnLst/>
                <a:rect l="l" t="t" r="r" b="b"/>
                <a:pathLst>
                  <a:path w="18572" h="20723" extrusionOk="0">
                    <a:moveTo>
                      <a:pt x="13169" y="0"/>
                    </a:moveTo>
                    <a:cubicBezTo>
                      <a:pt x="10395" y="0"/>
                      <a:pt x="8539" y="3265"/>
                      <a:pt x="7089" y="3664"/>
                    </a:cubicBezTo>
                    <a:cubicBezTo>
                      <a:pt x="4054" y="4503"/>
                      <a:pt x="1391" y="5680"/>
                      <a:pt x="681" y="9008"/>
                    </a:cubicBezTo>
                    <a:cubicBezTo>
                      <a:pt x="1" y="12189"/>
                      <a:pt x="2428" y="18553"/>
                      <a:pt x="5781" y="20041"/>
                    </a:cubicBezTo>
                    <a:cubicBezTo>
                      <a:pt x="6612" y="20411"/>
                      <a:pt x="7600" y="20723"/>
                      <a:pt x="8596" y="20723"/>
                    </a:cubicBezTo>
                    <a:cubicBezTo>
                      <a:pt x="9550" y="20723"/>
                      <a:pt x="10510" y="20436"/>
                      <a:pt x="11345" y="19639"/>
                    </a:cubicBezTo>
                    <a:cubicBezTo>
                      <a:pt x="12184" y="18838"/>
                      <a:pt x="11345" y="15375"/>
                      <a:pt x="11345" y="15375"/>
                    </a:cubicBezTo>
                    <a:cubicBezTo>
                      <a:pt x="9259" y="15170"/>
                      <a:pt x="9318" y="12340"/>
                      <a:pt x="10073" y="11437"/>
                    </a:cubicBezTo>
                    <a:cubicBezTo>
                      <a:pt x="10243" y="11235"/>
                      <a:pt x="10455" y="11164"/>
                      <a:pt x="10669" y="11164"/>
                    </a:cubicBezTo>
                    <a:cubicBezTo>
                      <a:pt x="11165" y="11164"/>
                      <a:pt x="11668" y="11545"/>
                      <a:pt x="11668" y="11545"/>
                    </a:cubicBezTo>
                    <a:cubicBezTo>
                      <a:pt x="11967" y="12816"/>
                      <a:pt x="13089" y="12934"/>
                      <a:pt x="13494" y="12934"/>
                    </a:cubicBezTo>
                    <a:cubicBezTo>
                      <a:pt x="13586" y="12934"/>
                      <a:pt x="13641" y="12928"/>
                      <a:pt x="13641" y="12928"/>
                    </a:cubicBezTo>
                    <a:cubicBezTo>
                      <a:pt x="13641" y="12928"/>
                      <a:pt x="15067" y="12904"/>
                      <a:pt x="16199" y="11399"/>
                    </a:cubicBezTo>
                    <a:cubicBezTo>
                      <a:pt x="17261" y="9985"/>
                      <a:pt x="17528" y="8382"/>
                      <a:pt x="17505" y="8287"/>
                    </a:cubicBezTo>
                    <a:lnTo>
                      <a:pt x="17617" y="7756"/>
                    </a:lnTo>
                    <a:cubicBezTo>
                      <a:pt x="17617" y="7756"/>
                      <a:pt x="18572" y="2137"/>
                      <a:pt x="14862" y="401"/>
                    </a:cubicBezTo>
                    <a:cubicBezTo>
                      <a:pt x="14262" y="120"/>
                      <a:pt x="13699" y="0"/>
                      <a:pt x="13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0"/>
              <p:cNvSpPr/>
              <p:nvPr/>
            </p:nvSpPr>
            <p:spPr>
              <a:xfrm>
                <a:off x="6693927" y="2716139"/>
                <a:ext cx="554288" cy="586016"/>
              </a:xfrm>
              <a:custGeom>
                <a:avLst/>
                <a:gdLst/>
                <a:ahLst/>
                <a:cxnLst/>
                <a:rect l="l" t="t" r="r" b="b"/>
                <a:pathLst>
                  <a:path w="41928" h="44328" extrusionOk="0">
                    <a:moveTo>
                      <a:pt x="22723" y="0"/>
                    </a:moveTo>
                    <a:cubicBezTo>
                      <a:pt x="15967" y="0"/>
                      <a:pt x="9265" y="892"/>
                      <a:pt x="5732" y="3699"/>
                    </a:cubicBezTo>
                    <a:cubicBezTo>
                      <a:pt x="4516" y="4666"/>
                      <a:pt x="2025" y="7470"/>
                      <a:pt x="1" y="10328"/>
                    </a:cubicBezTo>
                    <a:cubicBezTo>
                      <a:pt x="2392" y="12338"/>
                      <a:pt x="4988" y="14044"/>
                      <a:pt x="5016" y="14063"/>
                    </a:cubicBezTo>
                    <a:lnTo>
                      <a:pt x="5016" y="14063"/>
                    </a:lnTo>
                    <a:cubicBezTo>
                      <a:pt x="4454" y="20038"/>
                      <a:pt x="4537" y="29989"/>
                      <a:pt x="4537" y="29989"/>
                    </a:cubicBezTo>
                    <a:lnTo>
                      <a:pt x="3746" y="32064"/>
                    </a:lnTo>
                    <a:lnTo>
                      <a:pt x="3959" y="40704"/>
                    </a:lnTo>
                    <a:cubicBezTo>
                      <a:pt x="3967" y="41790"/>
                      <a:pt x="4383" y="42811"/>
                      <a:pt x="5442" y="43026"/>
                    </a:cubicBezTo>
                    <a:cubicBezTo>
                      <a:pt x="9457" y="43836"/>
                      <a:pt x="18683" y="44328"/>
                      <a:pt x="25918" y="44328"/>
                    </a:cubicBezTo>
                    <a:cubicBezTo>
                      <a:pt x="29132" y="44328"/>
                      <a:pt x="31954" y="44231"/>
                      <a:pt x="33751" y="44022"/>
                    </a:cubicBezTo>
                    <a:cubicBezTo>
                      <a:pt x="34857" y="43893"/>
                      <a:pt x="35675" y="42936"/>
                      <a:pt x="35616" y="41823"/>
                    </a:cubicBezTo>
                    <a:lnTo>
                      <a:pt x="35570" y="13860"/>
                    </a:lnTo>
                    <a:lnTo>
                      <a:pt x="35570" y="13860"/>
                    </a:lnTo>
                    <a:cubicBezTo>
                      <a:pt x="35570" y="13860"/>
                      <a:pt x="37397" y="14240"/>
                      <a:pt x="39875" y="14676"/>
                    </a:cubicBezTo>
                    <a:cubicBezTo>
                      <a:pt x="40475" y="12239"/>
                      <a:pt x="41360" y="8062"/>
                      <a:pt x="41927" y="2734"/>
                    </a:cubicBezTo>
                    <a:cubicBezTo>
                      <a:pt x="39701" y="1931"/>
                      <a:pt x="37451" y="1156"/>
                      <a:pt x="35049" y="841"/>
                    </a:cubicBezTo>
                    <a:cubicBezTo>
                      <a:pt x="31478" y="372"/>
                      <a:pt x="27089" y="0"/>
                      <a:pt x="2272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7413637" y="2562801"/>
                <a:ext cx="146729" cy="118636"/>
              </a:xfrm>
              <a:custGeom>
                <a:avLst/>
                <a:gdLst/>
                <a:ahLst/>
                <a:cxnLst/>
                <a:rect l="l" t="t" r="r" b="b"/>
                <a:pathLst>
                  <a:path w="11099" h="8974" extrusionOk="0">
                    <a:moveTo>
                      <a:pt x="8366" y="0"/>
                    </a:moveTo>
                    <a:cubicBezTo>
                      <a:pt x="6741" y="0"/>
                      <a:pt x="4679" y="933"/>
                      <a:pt x="3402" y="1909"/>
                    </a:cubicBezTo>
                    <a:cubicBezTo>
                      <a:pt x="3312" y="1313"/>
                      <a:pt x="2892" y="426"/>
                      <a:pt x="2566" y="241"/>
                    </a:cubicBezTo>
                    <a:cubicBezTo>
                      <a:pt x="2401" y="149"/>
                      <a:pt x="2183" y="88"/>
                      <a:pt x="1959" y="88"/>
                    </a:cubicBezTo>
                    <a:cubicBezTo>
                      <a:pt x="1509" y="88"/>
                      <a:pt x="1033" y="334"/>
                      <a:pt x="908" y="1070"/>
                    </a:cubicBezTo>
                    <a:cubicBezTo>
                      <a:pt x="585" y="2991"/>
                      <a:pt x="0" y="6660"/>
                      <a:pt x="0" y="6660"/>
                    </a:cubicBezTo>
                    <a:lnTo>
                      <a:pt x="6227" y="8974"/>
                    </a:lnTo>
                    <a:cubicBezTo>
                      <a:pt x="8659" y="5575"/>
                      <a:pt x="11098" y="3615"/>
                      <a:pt x="10747" y="1803"/>
                    </a:cubicBezTo>
                    <a:cubicBezTo>
                      <a:pt x="10491" y="489"/>
                      <a:pt x="9543" y="0"/>
                      <a:pt x="8366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8163079" y="3062966"/>
                <a:ext cx="201367" cy="528298"/>
              </a:xfrm>
              <a:custGeom>
                <a:avLst/>
                <a:gdLst/>
                <a:ahLst/>
                <a:cxnLst/>
                <a:rect l="l" t="t" r="r" b="b"/>
                <a:pathLst>
                  <a:path w="15232" h="39962" extrusionOk="0">
                    <a:moveTo>
                      <a:pt x="6114" y="1"/>
                    </a:moveTo>
                    <a:lnTo>
                      <a:pt x="1" y="978"/>
                    </a:lnTo>
                    <a:lnTo>
                      <a:pt x="11250" y="39962"/>
                    </a:lnTo>
                    <a:lnTo>
                      <a:pt x="15231" y="39959"/>
                    </a:lnTo>
                    <a:lnTo>
                      <a:pt x="61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7906069" y="3062966"/>
                <a:ext cx="209167" cy="528298"/>
              </a:xfrm>
              <a:custGeom>
                <a:avLst/>
                <a:gdLst/>
                <a:ahLst/>
                <a:cxnLst/>
                <a:rect l="l" t="t" r="r" b="b"/>
                <a:pathLst>
                  <a:path w="15822" h="39962" extrusionOk="0">
                    <a:moveTo>
                      <a:pt x="9706" y="1"/>
                    </a:moveTo>
                    <a:lnTo>
                      <a:pt x="1" y="39962"/>
                    </a:lnTo>
                    <a:lnTo>
                      <a:pt x="3985" y="39962"/>
                    </a:lnTo>
                    <a:lnTo>
                      <a:pt x="15822" y="975"/>
                    </a:lnTo>
                    <a:lnTo>
                      <a:pt x="97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7634795" y="2405337"/>
                <a:ext cx="843700" cy="939307"/>
              </a:xfrm>
              <a:custGeom>
                <a:avLst/>
                <a:gdLst/>
                <a:ahLst/>
                <a:cxnLst/>
                <a:rect l="l" t="t" r="r" b="b"/>
                <a:pathLst>
                  <a:path w="63820" h="71052" extrusionOk="0">
                    <a:moveTo>
                      <a:pt x="32880" y="1"/>
                    </a:moveTo>
                    <a:cubicBezTo>
                      <a:pt x="23134" y="1"/>
                      <a:pt x="13307" y="2030"/>
                      <a:pt x="9077" y="7111"/>
                    </a:cubicBezTo>
                    <a:cubicBezTo>
                      <a:pt x="0" y="18014"/>
                      <a:pt x="20462" y="30749"/>
                      <a:pt x="1380" y="51464"/>
                    </a:cubicBezTo>
                    <a:lnTo>
                      <a:pt x="14251" y="71051"/>
                    </a:lnTo>
                    <a:cubicBezTo>
                      <a:pt x="14251" y="71051"/>
                      <a:pt x="33651" y="70674"/>
                      <a:pt x="41634" y="66103"/>
                    </a:cubicBezTo>
                    <a:cubicBezTo>
                      <a:pt x="50318" y="61131"/>
                      <a:pt x="53797" y="49635"/>
                      <a:pt x="51739" y="38135"/>
                    </a:cubicBezTo>
                    <a:cubicBezTo>
                      <a:pt x="48589" y="20526"/>
                      <a:pt x="63820" y="16336"/>
                      <a:pt x="57517" y="6449"/>
                    </a:cubicBezTo>
                    <a:cubicBezTo>
                      <a:pt x="55103" y="2663"/>
                      <a:pt x="44045" y="1"/>
                      <a:pt x="32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7574564" y="3042264"/>
                <a:ext cx="519480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39295" h="41528" extrusionOk="0">
                    <a:moveTo>
                      <a:pt x="23498" y="0"/>
                    </a:moveTo>
                    <a:cubicBezTo>
                      <a:pt x="18983" y="0"/>
                      <a:pt x="13028" y="988"/>
                      <a:pt x="5177" y="3527"/>
                    </a:cubicBezTo>
                    <a:cubicBezTo>
                      <a:pt x="5177" y="3527"/>
                      <a:pt x="2725" y="6051"/>
                      <a:pt x="1940" y="8616"/>
                    </a:cubicBezTo>
                    <a:cubicBezTo>
                      <a:pt x="0" y="14943"/>
                      <a:pt x="957" y="25309"/>
                      <a:pt x="1860" y="41528"/>
                    </a:cubicBezTo>
                    <a:lnTo>
                      <a:pt x="26757" y="41528"/>
                    </a:lnTo>
                    <a:cubicBezTo>
                      <a:pt x="26757" y="41528"/>
                      <a:pt x="30069" y="15233"/>
                      <a:pt x="31152" y="14855"/>
                    </a:cubicBezTo>
                    <a:cubicBezTo>
                      <a:pt x="34918" y="13547"/>
                      <a:pt x="37450" y="12090"/>
                      <a:pt x="37450" y="12090"/>
                    </a:cubicBezTo>
                    <a:cubicBezTo>
                      <a:pt x="37450" y="12090"/>
                      <a:pt x="39295" y="0"/>
                      <a:pt x="23498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0"/>
              <p:cNvSpPr/>
              <p:nvPr/>
            </p:nvSpPr>
            <p:spPr>
              <a:xfrm>
                <a:off x="7643004" y="2847731"/>
                <a:ext cx="591278" cy="364779"/>
              </a:xfrm>
              <a:custGeom>
                <a:avLst/>
                <a:gdLst/>
                <a:ahLst/>
                <a:cxnLst/>
                <a:rect l="l" t="t" r="r" b="b"/>
                <a:pathLst>
                  <a:path w="44726" h="27593" extrusionOk="0">
                    <a:moveTo>
                      <a:pt x="32834" y="1"/>
                    </a:moveTo>
                    <a:cubicBezTo>
                      <a:pt x="24887" y="1"/>
                      <a:pt x="14569" y="6046"/>
                      <a:pt x="14569" y="6046"/>
                    </a:cubicBezTo>
                    <a:cubicBezTo>
                      <a:pt x="14569" y="6046"/>
                      <a:pt x="3656" y="12767"/>
                      <a:pt x="0" y="18242"/>
                    </a:cubicBezTo>
                    <a:cubicBezTo>
                      <a:pt x="0" y="18242"/>
                      <a:pt x="1337" y="18601"/>
                      <a:pt x="4500" y="18611"/>
                    </a:cubicBezTo>
                    <a:cubicBezTo>
                      <a:pt x="10003" y="18626"/>
                      <a:pt x="17876" y="18798"/>
                      <a:pt x="24092" y="20999"/>
                    </a:cubicBezTo>
                    <a:cubicBezTo>
                      <a:pt x="30067" y="23116"/>
                      <a:pt x="30754" y="27592"/>
                      <a:pt x="30754" y="27592"/>
                    </a:cubicBezTo>
                    <a:cubicBezTo>
                      <a:pt x="34412" y="26723"/>
                      <a:pt x="44725" y="18493"/>
                      <a:pt x="41380" y="6012"/>
                    </a:cubicBezTo>
                    <a:cubicBezTo>
                      <a:pt x="40171" y="1505"/>
                      <a:pt x="36798" y="1"/>
                      <a:pt x="32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0"/>
              <p:cNvSpPr/>
              <p:nvPr/>
            </p:nvSpPr>
            <p:spPr>
              <a:xfrm>
                <a:off x="7619697" y="2353793"/>
                <a:ext cx="34531" cy="64804"/>
              </a:xfrm>
              <a:custGeom>
                <a:avLst/>
                <a:gdLst/>
                <a:ahLst/>
                <a:cxnLst/>
                <a:rect l="l" t="t" r="r" b="b"/>
                <a:pathLst>
                  <a:path w="2612" h="4902" extrusionOk="0">
                    <a:moveTo>
                      <a:pt x="1465" y="0"/>
                    </a:moveTo>
                    <a:cubicBezTo>
                      <a:pt x="1316" y="0"/>
                      <a:pt x="1174" y="26"/>
                      <a:pt x="1060" y="74"/>
                    </a:cubicBezTo>
                    <a:cubicBezTo>
                      <a:pt x="432" y="335"/>
                      <a:pt x="29" y="1708"/>
                      <a:pt x="19" y="2026"/>
                    </a:cubicBezTo>
                    <a:cubicBezTo>
                      <a:pt x="1" y="2603"/>
                      <a:pt x="960" y="4591"/>
                      <a:pt x="2494" y="4902"/>
                    </a:cubicBezTo>
                    <a:cubicBezTo>
                      <a:pt x="2494" y="4902"/>
                      <a:pt x="2261" y="3268"/>
                      <a:pt x="2512" y="1162"/>
                    </a:cubicBezTo>
                    <a:cubicBezTo>
                      <a:pt x="2612" y="319"/>
                      <a:pt x="1989" y="0"/>
                      <a:pt x="1465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7509376" y="2343388"/>
                <a:ext cx="146689" cy="117949"/>
              </a:xfrm>
              <a:custGeom>
                <a:avLst/>
                <a:gdLst/>
                <a:ahLst/>
                <a:cxnLst/>
                <a:rect l="l" t="t" r="r" b="b"/>
                <a:pathLst>
                  <a:path w="11096" h="8922" extrusionOk="0">
                    <a:moveTo>
                      <a:pt x="4433" y="0"/>
                    </a:moveTo>
                    <a:cubicBezTo>
                      <a:pt x="3525" y="0"/>
                      <a:pt x="2653" y="373"/>
                      <a:pt x="1924" y="1307"/>
                    </a:cubicBezTo>
                    <a:cubicBezTo>
                      <a:pt x="0" y="3778"/>
                      <a:pt x="4859" y="6261"/>
                      <a:pt x="6481" y="8921"/>
                    </a:cubicBezTo>
                    <a:lnTo>
                      <a:pt x="11096" y="6392"/>
                    </a:lnTo>
                    <a:cubicBezTo>
                      <a:pt x="11096" y="6392"/>
                      <a:pt x="10331" y="3926"/>
                      <a:pt x="9087" y="2577"/>
                    </a:cubicBezTo>
                    <a:cubicBezTo>
                      <a:pt x="7852" y="1235"/>
                      <a:pt x="6083" y="0"/>
                      <a:pt x="4433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7585339" y="2419377"/>
                <a:ext cx="376162" cy="253599"/>
              </a:xfrm>
              <a:custGeom>
                <a:avLst/>
                <a:gdLst/>
                <a:ahLst/>
                <a:cxnLst/>
                <a:rect l="l" t="t" r="r" b="b"/>
                <a:pathLst>
                  <a:path w="28454" h="19183" extrusionOk="0">
                    <a:moveTo>
                      <a:pt x="4672" y="1"/>
                    </a:moveTo>
                    <a:cubicBezTo>
                      <a:pt x="4501" y="1"/>
                      <a:pt x="4328" y="38"/>
                      <a:pt x="4165" y="115"/>
                    </a:cubicBezTo>
                    <a:lnTo>
                      <a:pt x="822" y="1693"/>
                    </a:lnTo>
                    <a:cubicBezTo>
                      <a:pt x="265" y="1955"/>
                      <a:pt x="1" y="2599"/>
                      <a:pt x="216" y="3176"/>
                    </a:cubicBezTo>
                    <a:cubicBezTo>
                      <a:pt x="2028" y="8042"/>
                      <a:pt x="5840" y="17678"/>
                      <a:pt x="8610" y="19012"/>
                    </a:cubicBezTo>
                    <a:cubicBezTo>
                      <a:pt x="8855" y="19130"/>
                      <a:pt x="9254" y="19182"/>
                      <a:pt x="9768" y="19182"/>
                    </a:cubicBezTo>
                    <a:cubicBezTo>
                      <a:pt x="13599" y="19182"/>
                      <a:pt x="23836" y="16284"/>
                      <a:pt x="24331" y="16005"/>
                    </a:cubicBezTo>
                    <a:lnTo>
                      <a:pt x="28454" y="2781"/>
                    </a:lnTo>
                    <a:lnTo>
                      <a:pt x="28454" y="2781"/>
                    </a:lnTo>
                    <a:cubicBezTo>
                      <a:pt x="28453" y="2781"/>
                      <a:pt x="25350" y="2830"/>
                      <a:pt x="22184" y="3697"/>
                    </a:cubicBezTo>
                    <a:cubicBezTo>
                      <a:pt x="19464" y="4444"/>
                      <a:pt x="12528" y="8341"/>
                      <a:pt x="11619" y="8341"/>
                    </a:cubicBezTo>
                    <a:cubicBezTo>
                      <a:pt x="11598" y="8341"/>
                      <a:pt x="11580" y="8339"/>
                      <a:pt x="11566" y="8335"/>
                    </a:cubicBezTo>
                    <a:lnTo>
                      <a:pt x="5617" y="472"/>
                    </a:lnTo>
                    <a:cubicBezTo>
                      <a:pt x="5387" y="167"/>
                      <a:pt x="5034" y="1"/>
                      <a:pt x="46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7892320" y="2169069"/>
                <a:ext cx="233333" cy="224238"/>
              </a:xfrm>
              <a:custGeom>
                <a:avLst/>
                <a:gdLst/>
                <a:ahLst/>
                <a:cxnLst/>
                <a:rect l="l" t="t" r="r" b="b"/>
                <a:pathLst>
                  <a:path w="17650" h="16962" extrusionOk="0">
                    <a:moveTo>
                      <a:pt x="8508" y="0"/>
                    </a:moveTo>
                    <a:cubicBezTo>
                      <a:pt x="0" y="0"/>
                      <a:pt x="879" y="7372"/>
                      <a:pt x="879" y="7372"/>
                    </a:cubicBezTo>
                    <a:lnTo>
                      <a:pt x="6798" y="11302"/>
                    </a:lnTo>
                    <a:lnTo>
                      <a:pt x="10276" y="16961"/>
                    </a:lnTo>
                    <a:cubicBezTo>
                      <a:pt x="10276" y="16961"/>
                      <a:pt x="15979" y="15781"/>
                      <a:pt x="16905" y="10522"/>
                    </a:cubicBezTo>
                    <a:cubicBezTo>
                      <a:pt x="17649" y="6289"/>
                      <a:pt x="16182" y="209"/>
                      <a:pt x="8937" y="6"/>
                    </a:cubicBezTo>
                    <a:cubicBezTo>
                      <a:pt x="8792" y="2"/>
                      <a:pt x="8649" y="0"/>
                      <a:pt x="8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7989051" y="2452612"/>
                <a:ext cx="308951" cy="370213"/>
              </a:xfrm>
              <a:custGeom>
                <a:avLst/>
                <a:gdLst/>
                <a:ahLst/>
                <a:cxnLst/>
                <a:rect l="l" t="t" r="r" b="b"/>
                <a:pathLst>
                  <a:path w="23370" h="28004" extrusionOk="0">
                    <a:moveTo>
                      <a:pt x="4968" y="0"/>
                    </a:moveTo>
                    <a:cubicBezTo>
                      <a:pt x="1885" y="0"/>
                      <a:pt x="0" y="1589"/>
                      <a:pt x="520" y="5736"/>
                    </a:cubicBezTo>
                    <a:cubicBezTo>
                      <a:pt x="946" y="9143"/>
                      <a:pt x="9068" y="13825"/>
                      <a:pt x="10776" y="18096"/>
                    </a:cubicBezTo>
                    <a:cubicBezTo>
                      <a:pt x="11587" y="20118"/>
                      <a:pt x="7164" y="22735"/>
                      <a:pt x="7164" y="22735"/>
                    </a:cubicBezTo>
                    <a:lnTo>
                      <a:pt x="11012" y="28004"/>
                    </a:lnTo>
                    <a:cubicBezTo>
                      <a:pt x="11199" y="27596"/>
                      <a:pt x="22810" y="26903"/>
                      <a:pt x="23147" y="21531"/>
                    </a:cubicBezTo>
                    <a:cubicBezTo>
                      <a:pt x="23370" y="17976"/>
                      <a:pt x="17936" y="3191"/>
                      <a:pt x="9021" y="659"/>
                    </a:cubicBezTo>
                    <a:cubicBezTo>
                      <a:pt x="7537" y="239"/>
                      <a:pt x="6163" y="0"/>
                      <a:pt x="49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7814402" y="2457940"/>
                <a:ext cx="402615" cy="495023"/>
              </a:xfrm>
              <a:custGeom>
                <a:avLst/>
                <a:gdLst/>
                <a:ahLst/>
                <a:cxnLst/>
                <a:rect l="l" t="t" r="r" b="b"/>
                <a:pathLst>
                  <a:path w="30455" h="37445" extrusionOk="0">
                    <a:moveTo>
                      <a:pt x="15297" y="0"/>
                    </a:moveTo>
                    <a:cubicBezTo>
                      <a:pt x="11361" y="0"/>
                      <a:pt x="7352" y="726"/>
                      <a:pt x="4541" y="1819"/>
                    </a:cubicBezTo>
                    <a:cubicBezTo>
                      <a:pt x="1268" y="3091"/>
                      <a:pt x="2361" y="11095"/>
                      <a:pt x="2125" y="13732"/>
                    </a:cubicBezTo>
                    <a:cubicBezTo>
                      <a:pt x="1009" y="26139"/>
                      <a:pt x="83" y="34748"/>
                      <a:pt x="83" y="34748"/>
                    </a:cubicBezTo>
                    <a:cubicBezTo>
                      <a:pt x="1" y="35744"/>
                      <a:pt x="488" y="36736"/>
                      <a:pt x="1478" y="36883"/>
                    </a:cubicBezTo>
                    <a:cubicBezTo>
                      <a:pt x="3999" y="37252"/>
                      <a:pt x="8783" y="37444"/>
                      <a:pt x="13651" y="37444"/>
                    </a:cubicBezTo>
                    <a:cubicBezTo>
                      <a:pt x="18686" y="37444"/>
                      <a:pt x="23812" y="37239"/>
                      <a:pt x="26617" y="36811"/>
                    </a:cubicBezTo>
                    <a:cubicBezTo>
                      <a:pt x="27743" y="36639"/>
                      <a:pt x="28661" y="35674"/>
                      <a:pt x="28613" y="34535"/>
                    </a:cubicBezTo>
                    <a:cubicBezTo>
                      <a:pt x="28069" y="21847"/>
                      <a:pt x="30455" y="8620"/>
                      <a:pt x="27284" y="4192"/>
                    </a:cubicBezTo>
                    <a:cubicBezTo>
                      <a:pt x="25110" y="1156"/>
                      <a:pt x="20262" y="0"/>
                      <a:pt x="152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7955419" y="2341802"/>
                <a:ext cx="95554" cy="199199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5068" extrusionOk="0">
                    <a:moveTo>
                      <a:pt x="7227" y="1"/>
                    </a:moveTo>
                    <a:lnTo>
                      <a:pt x="137" y="3982"/>
                    </a:lnTo>
                    <a:cubicBezTo>
                      <a:pt x="42" y="7097"/>
                      <a:pt x="1" y="8508"/>
                      <a:pt x="1" y="8508"/>
                    </a:cubicBezTo>
                    <a:cubicBezTo>
                      <a:pt x="1" y="8508"/>
                      <a:pt x="165" y="15024"/>
                      <a:pt x="1583" y="15067"/>
                    </a:cubicBezTo>
                    <a:cubicBezTo>
                      <a:pt x="1590" y="15068"/>
                      <a:pt x="1596" y="15068"/>
                      <a:pt x="1603" y="15068"/>
                    </a:cubicBezTo>
                    <a:cubicBezTo>
                      <a:pt x="3284" y="15068"/>
                      <a:pt x="6971" y="8410"/>
                      <a:pt x="6971" y="8410"/>
                    </a:cubicBezTo>
                    <a:cubicBezTo>
                      <a:pt x="7043" y="6050"/>
                      <a:pt x="7227" y="1"/>
                      <a:pt x="7227" y="1"/>
                    </a:cubicBezTo>
                    <a:close/>
                  </a:path>
                </a:pathLst>
              </a:custGeom>
              <a:solidFill>
                <a:srgbClr val="EDB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7899975" y="2235857"/>
                <a:ext cx="191016" cy="189337"/>
              </a:xfrm>
              <a:custGeom>
                <a:avLst/>
                <a:gdLst/>
                <a:ahLst/>
                <a:cxnLst/>
                <a:rect l="l" t="t" r="r" b="b"/>
                <a:pathLst>
                  <a:path w="14449" h="14322" extrusionOk="0">
                    <a:moveTo>
                      <a:pt x="3839" y="0"/>
                    </a:moveTo>
                    <a:cubicBezTo>
                      <a:pt x="3582" y="0"/>
                      <a:pt x="1351" y="66"/>
                      <a:pt x="300" y="2320"/>
                    </a:cubicBezTo>
                    <a:cubicBezTo>
                      <a:pt x="0" y="10903"/>
                      <a:pt x="2165" y="13877"/>
                      <a:pt x="4626" y="14256"/>
                    </a:cubicBezTo>
                    <a:cubicBezTo>
                      <a:pt x="4908" y="14300"/>
                      <a:pt x="5189" y="14322"/>
                      <a:pt x="5468" y="14322"/>
                    </a:cubicBezTo>
                    <a:cubicBezTo>
                      <a:pt x="8231" y="14322"/>
                      <a:pt x="10747" y="12173"/>
                      <a:pt x="12304" y="7912"/>
                    </a:cubicBezTo>
                    <a:cubicBezTo>
                      <a:pt x="13933" y="7761"/>
                      <a:pt x="14449" y="4990"/>
                      <a:pt x="13507" y="4162"/>
                    </a:cubicBezTo>
                    <a:cubicBezTo>
                      <a:pt x="13370" y="4041"/>
                      <a:pt x="13238" y="3995"/>
                      <a:pt x="13115" y="3995"/>
                    </a:cubicBezTo>
                    <a:cubicBezTo>
                      <a:pt x="12708" y="3995"/>
                      <a:pt x="12406" y="4505"/>
                      <a:pt x="12406" y="4505"/>
                    </a:cubicBezTo>
                    <a:cubicBezTo>
                      <a:pt x="12406" y="4505"/>
                      <a:pt x="6537" y="4028"/>
                      <a:pt x="3864" y="0"/>
                    </a:cubicBezTo>
                    <a:cubicBezTo>
                      <a:pt x="3864" y="0"/>
                      <a:pt x="3855" y="0"/>
                      <a:pt x="3839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7986010" y="2310431"/>
                <a:ext cx="14357" cy="2026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533" extrusionOk="0">
                    <a:moveTo>
                      <a:pt x="552" y="1"/>
                    </a:moveTo>
                    <a:cubicBezTo>
                      <a:pt x="265" y="1"/>
                      <a:pt x="26" y="333"/>
                      <a:pt x="13" y="750"/>
                    </a:cubicBezTo>
                    <a:cubicBezTo>
                      <a:pt x="1" y="1173"/>
                      <a:pt x="226" y="1522"/>
                      <a:pt x="519" y="1532"/>
                    </a:cubicBezTo>
                    <a:cubicBezTo>
                      <a:pt x="522" y="1532"/>
                      <a:pt x="525" y="1532"/>
                      <a:pt x="529" y="1532"/>
                    </a:cubicBezTo>
                    <a:cubicBezTo>
                      <a:pt x="817" y="1532"/>
                      <a:pt x="1060" y="1199"/>
                      <a:pt x="1073" y="781"/>
                    </a:cubicBezTo>
                    <a:cubicBezTo>
                      <a:pt x="1086" y="360"/>
                      <a:pt x="857" y="9"/>
                      <a:pt x="565" y="1"/>
                    </a:cubicBezTo>
                    <a:cubicBezTo>
                      <a:pt x="561" y="1"/>
                      <a:pt x="556" y="1"/>
                      <a:pt x="5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7983644" y="2296907"/>
                <a:ext cx="27246" cy="9069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686" extrusionOk="0">
                    <a:moveTo>
                      <a:pt x="809" y="0"/>
                    </a:moveTo>
                    <a:cubicBezTo>
                      <a:pt x="597" y="0"/>
                      <a:pt x="407" y="47"/>
                      <a:pt x="275" y="111"/>
                    </a:cubicBezTo>
                    <a:cubicBezTo>
                      <a:pt x="85" y="198"/>
                      <a:pt x="0" y="300"/>
                      <a:pt x="21" y="347"/>
                    </a:cubicBezTo>
                    <a:cubicBezTo>
                      <a:pt x="38" y="383"/>
                      <a:pt x="97" y="392"/>
                      <a:pt x="185" y="392"/>
                    </a:cubicBezTo>
                    <a:cubicBezTo>
                      <a:pt x="280" y="392"/>
                      <a:pt x="409" y="381"/>
                      <a:pt x="560" y="381"/>
                    </a:cubicBezTo>
                    <a:cubicBezTo>
                      <a:pt x="696" y="381"/>
                      <a:pt x="848" y="390"/>
                      <a:pt x="1008" y="424"/>
                    </a:cubicBezTo>
                    <a:cubicBezTo>
                      <a:pt x="1439" y="500"/>
                      <a:pt x="1789" y="685"/>
                      <a:pt x="1928" y="685"/>
                    </a:cubicBezTo>
                    <a:cubicBezTo>
                      <a:pt x="1952" y="685"/>
                      <a:pt x="1970" y="680"/>
                      <a:pt x="1980" y="667"/>
                    </a:cubicBezTo>
                    <a:cubicBezTo>
                      <a:pt x="2060" y="593"/>
                      <a:pt x="1727" y="149"/>
                      <a:pt x="1080" y="26"/>
                    </a:cubicBezTo>
                    <a:cubicBezTo>
                      <a:pt x="987" y="8"/>
                      <a:pt x="896" y="0"/>
                      <a:pt x="8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0"/>
              <p:cNvSpPr/>
              <p:nvPr/>
            </p:nvSpPr>
            <p:spPr>
              <a:xfrm>
                <a:off x="7910114" y="2309347"/>
                <a:ext cx="14357" cy="2026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1533" extrusionOk="0">
                    <a:moveTo>
                      <a:pt x="552" y="0"/>
                    </a:moveTo>
                    <a:cubicBezTo>
                      <a:pt x="265" y="0"/>
                      <a:pt x="26" y="333"/>
                      <a:pt x="13" y="750"/>
                    </a:cubicBezTo>
                    <a:cubicBezTo>
                      <a:pt x="0" y="1173"/>
                      <a:pt x="226" y="1522"/>
                      <a:pt x="518" y="1532"/>
                    </a:cubicBezTo>
                    <a:cubicBezTo>
                      <a:pt x="522" y="1532"/>
                      <a:pt x="525" y="1532"/>
                      <a:pt x="528" y="1532"/>
                    </a:cubicBezTo>
                    <a:cubicBezTo>
                      <a:pt x="816" y="1532"/>
                      <a:pt x="1060" y="1202"/>
                      <a:pt x="1073" y="783"/>
                    </a:cubicBezTo>
                    <a:cubicBezTo>
                      <a:pt x="1085" y="360"/>
                      <a:pt x="857" y="8"/>
                      <a:pt x="565" y="1"/>
                    </a:cubicBezTo>
                    <a:cubicBezTo>
                      <a:pt x="560" y="1"/>
                      <a:pt x="556" y="0"/>
                      <a:pt x="5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0"/>
              <p:cNvSpPr/>
              <p:nvPr/>
            </p:nvSpPr>
            <p:spPr>
              <a:xfrm>
                <a:off x="7900887" y="2294990"/>
                <a:ext cx="27445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614" extrusionOk="0">
                    <a:moveTo>
                      <a:pt x="1194" y="1"/>
                    </a:moveTo>
                    <a:cubicBezTo>
                      <a:pt x="1136" y="1"/>
                      <a:pt x="1077" y="4"/>
                      <a:pt x="1016" y="12"/>
                    </a:cubicBezTo>
                    <a:cubicBezTo>
                      <a:pt x="362" y="91"/>
                      <a:pt x="0" y="512"/>
                      <a:pt x="77" y="592"/>
                    </a:cubicBezTo>
                    <a:cubicBezTo>
                      <a:pt x="89" y="607"/>
                      <a:pt x="110" y="614"/>
                      <a:pt x="141" y="614"/>
                    </a:cubicBezTo>
                    <a:cubicBezTo>
                      <a:pt x="287" y="614"/>
                      <a:pt x="640" y="461"/>
                      <a:pt x="1063" y="412"/>
                    </a:cubicBezTo>
                    <a:cubicBezTo>
                      <a:pt x="1155" y="399"/>
                      <a:pt x="1245" y="395"/>
                      <a:pt x="1330" y="395"/>
                    </a:cubicBezTo>
                    <a:cubicBezTo>
                      <a:pt x="1594" y="395"/>
                      <a:pt x="1814" y="440"/>
                      <a:pt x="1941" y="440"/>
                    </a:cubicBezTo>
                    <a:cubicBezTo>
                      <a:pt x="1999" y="440"/>
                      <a:pt x="2037" y="431"/>
                      <a:pt x="2053" y="404"/>
                    </a:cubicBezTo>
                    <a:cubicBezTo>
                      <a:pt x="2076" y="361"/>
                      <a:pt x="1999" y="248"/>
                      <a:pt x="1814" y="150"/>
                    </a:cubicBezTo>
                    <a:cubicBezTo>
                      <a:pt x="1668" y="67"/>
                      <a:pt x="1445" y="1"/>
                      <a:pt x="1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0"/>
              <p:cNvSpPr/>
              <p:nvPr/>
            </p:nvSpPr>
            <p:spPr>
              <a:xfrm>
                <a:off x="7935034" y="2344076"/>
                <a:ext cx="21654" cy="1681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272" extrusionOk="0">
                    <a:moveTo>
                      <a:pt x="801" y="0"/>
                    </a:moveTo>
                    <a:cubicBezTo>
                      <a:pt x="371" y="0"/>
                      <a:pt x="21" y="269"/>
                      <a:pt x="11" y="611"/>
                    </a:cubicBezTo>
                    <a:cubicBezTo>
                      <a:pt x="1" y="963"/>
                      <a:pt x="352" y="1258"/>
                      <a:pt x="799" y="1271"/>
                    </a:cubicBezTo>
                    <a:cubicBezTo>
                      <a:pt x="811" y="1271"/>
                      <a:pt x="823" y="1271"/>
                      <a:pt x="834" y="1271"/>
                    </a:cubicBezTo>
                    <a:cubicBezTo>
                      <a:pt x="1265" y="1271"/>
                      <a:pt x="1617" y="1002"/>
                      <a:pt x="1627" y="660"/>
                    </a:cubicBezTo>
                    <a:cubicBezTo>
                      <a:pt x="1638" y="309"/>
                      <a:pt x="1283" y="14"/>
                      <a:pt x="837" y="1"/>
                    </a:cubicBezTo>
                    <a:cubicBezTo>
                      <a:pt x="825" y="0"/>
                      <a:pt x="813" y="0"/>
                      <a:pt x="8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7942226" y="2356119"/>
                <a:ext cx="12797" cy="4772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1" extrusionOk="0">
                    <a:moveTo>
                      <a:pt x="689" y="0"/>
                    </a:moveTo>
                    <a:cubicBezTo>
                      <a:pt x="394" y="0"/>
                      <a:pt x="140" y="134"/>
                      <a:pt x="1" y="321"/>
                    </a:cubicBezTo>
                    <a:cubicBezTo>
                      <a:pt x="80" y="344"/>
                      <a:pt x="167" y="357"/>
                      <a:pt x="255" y="360"/>
                    </a:cubicBezTo>
                    <a:cubicBezTo>
                      <a:pt x="267" y="360"/>
                      <a:pt x="279" y="360"/>
                      <a:pt x="291" y="360"/>
                    </a:cubicBezTo>
                    <a:cubicBezTo>
                      <a:pt x="581" y="360"/>
                      <a:pt x="830" y="242"/>
                      <a:pt x="968" y="59"/>
                    </a:cubicBezTo>
                    <a:cubicBezTo>
                      <a:pt x="888" y="36"/>
                      <a:pt x="801" y="3"/>
                      <a:pt x="714" y="0"/>
                    </a:cubicBezTo>
                    <a:cubicBezTo>
                      <a:pt x="706" y="0"/>
                      <a:pt x="697" y="0"/>
                      <a:pt x="6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7939145" y="2300939"/>
                <a:ext cx="18217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378" h="2795" extrusionOk="0">
                    <a:moveTo>
                      <a:pt x="983" y="0"/>
                    </a:moveTo>
                    <a:cubicBezTo>
                      <a:pt x="774" y="0"/>
                      <a:pt x="590" y="154"/>
                      <a:pt x="575" y="367"/>
                    </a:cubicBezTo>
                    <a:cubicBezTo>
                      <a:pt x="552" y="691"/>
                      <a:pt x="421" y="1650"/>
                      <a:pt x="108" y="2202"/>
                    </a:cubicBezTo>
                    <a:cubicBezTo>
                      <a:pt x="0" y="2391"/>
                      <a:pt x="64" y="2633"/>
                      <a:pt x="254" y="2743"/>
                    </a:cubicBezTo>
                    <a:cubicBezTo>
                      <a:pt x="316" y="2776"/>
                      <a:pt x="385" y="2794"/>
                      <a:pt x="449" y="2794"/>
                    </a:cubicBezTo>
                    <a:cubicBezTo>
                      <a:pt x="588" y="2794"/>
                      <a:pt x="721" y="2722"/>
                      <a:pt x="793" y="2594"/>
                    </a:cubicBezTo>
                    <a:cubicBezTo>
                      <a:pt x="1260" y="1776"/>
                      <a:pt x="1357" y="478"/>
                      <a:pt x="1362" y="424"/>
                    </a:cubicBezTo>
                    <a:cubicBezTo>
                      <a:pt x="1378" y="206"/>
                      <a:pt x="1214" y="16"/>
                      <a:pt x="998" y="0"/>
                    </a:cubicBezTo>
                    <a:cubicBezTo>
                      <a:pt x="993" y="0"/>
                      <a:pt x="988" y="0"/>
                      <a:pt x="983" y="0"/>
                    </a:cubicBezTo>
                    <a:close/>
                  </a:path>
                </a:pathLst>
              </a:custGeom>
              <a:solidFill>
                <a:srgbClr val="F4A5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8083614" y="2809578"/>
                <a:ext cx="108986" cy="11131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842" extrusionOk="0">
                    <a:moveTo>
                      <a:pt x="7755" y="0"/>
                    </a:moveTo>
                    <a:cubicBezTo>
                      <a:pt x="7072" y="0"/>
                      <a:pt x="5695" y="115"/>
                      <a:pt x="4105" y="196"/>
                    </a:cubicBezTo>
                    <a:cubicBezTo>
                      <a:pt x="1853" y="330"/>
                      <a:pt x="21" y="371"/>
                      <a:pt x="11" y="535"/>
                    </a:cubicBezTo>
                    <a:cubicBezTo>
                      <a:pt x="1" y="669"/>
                      <a:pt x="1161" y="842"/>
                      <a:pt x="2778" y="842"/>
                    </a:cubicBezTo>
                    <a:cubicBezTo>
                      <a:pt x="3204" y="842"/>
                      <a:pt x="3662" y="830"/>
                      <a:pt x="4139" y="802"/>
                    </a:cubicBezTo>
                    <a:cubicBezTo>
                      <a:pt x="6427" y="684"/>
                      <a:pt x="8243" y="230"/>
                      <a:pt x="8213" y="71"/>
                    </a:cubicBezTo>
                    <a:cubicBezTo>
                      <a:pt x="8204" y="20"/>
                      <a:pt x="8039" y="0"/>
                      <a:pt x="77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7855040" y="2677801"/>
                <a:ext cx="212895" cy="241410"/>
              </a:xfrm>
              <a:custGeom>
                <a:avLst/>
                <a:gdLst/>
                <a:ahLst/>
                <a:cxnLst/>
                <a:rect l="l" t="t" r="r" b="b"/>
                <a:pathLst>
                  <a:path w="16104" h="18261" extrusionOk="0">
                    <a:moveTo>
                      <a:pt x="10970" y="0"/>
                    </a:moveTo>
                    <a:lnTo>
                      <a:pt x="0" y="3930"/>
                    </a:lnTo>
                    <a:lnTo>
                      <a:pt x="5133" y="18261"/>
                    </a:lnTo>
                    <a:lnTo>
                      <a:pt x="16103" y="14331"/>
                    </a:lnTo>
                    <a:lnTo>
                      <a:pt x="109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0"/>
              <p:cNvSpPr/>
              <p:nvPr/>
            </p:nvSpPr>
            <p:spPr>
              <a:xfrm>
                <a:off x="7967793" y="2743373"/>
                <a:ext cx="115979" cy="83947"/>
              </a:xfrm>
              <a:custGeom>
                <a:avLst/>
                <a:gdLst/>
                <a:ahLst/>
                <a:cxnLst/>
                <a:rect l="l" t="t" r="r" b="b"/>
                <a:pathLst>
                  <a:path w="8773" h="6350" extrusionOk="0">
                    <a:moveTo>
                      <a:pt x="7311" y="0"/>
                    </a:moveTo>
                    <a:cubicBezTo>
                      <a:pt x="5214" y="0"/>
                      <a:pt x="0" y="354"/>
                      <a:pt x="504" y="3906"/>
                    </a:cubicBezTo>
                    <a:cubicBezTo>
                      <a:pt x="776" y="5821"/>
                      <a:pt x="2460" y="6350"/>
                      <a:pt x="4237" y="6350"/>
                    </a:cubicBezTo>
                    <a:cubicBezTo>
                      <a:pt x="6433" y="6350"/>
                      <a:pt x="8772" y="5543"/>
                      <a:pt x="8772" y="5543"/>
                    </a:cubicBezTo>
                    <a:lnTo>
                      <a:pt x="8162" y="22"/>
                    </a:lnTo>
                    <a:cubicBezTo>
                      <a:pt x="8162" y="22"/>
                      <a:pt x="7833" y="0"/>
                      <a:pt x="7311" y="0"/>
                    </a:cubicBezTo>
                    <a:close/>
                  </a:path>
                </a:pathLst>
              </a:custGeom>
              <a:solidFill>
                <a:srgbClr val="F9CE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0"/>
              <p:cNvSpPr/>
              <p:nvPr/>
            </p:nvSpPr>
            <p:spPr>
              <a:xfrm>
                <a:off x="8070116" y="2166280"/>
                <a:ext cx="185093" cy="236440"/>
              </a:xfrm>
              <a:custGeom>
                <a:avLst/>
                <a:gdLst/>
                <a:ahLst/>
                <a:cxnLst/>
                <a:rect l="l" t="t" r="r" b="b"/>
                <a:pathLst>
                  <a:path w="14001" h="17885" extrusionOk="0">
                    <a:moveTo>
                      <a:pt x="1" y="2285"/>
                    </a:moveTo>
                    <a:lnTo>
                      <a:pt x="1" y="2288"/>
                    </a:lnTo>
                    <a:cubicBezTo>
                      <a:pt x="1" y="2287"/>
                      <a:pt x="1" y="2287"/>
                      <a:pt x="2" y="2287"/>
                    </a:cubicBezTo>
                    <a:lnTo>
                      <a:pt x="2" y="2287"/>
                    </a:lnTo>
                    <a:lnTo>
                      <a:pt x="1" y="2285"/>
                    </a:lnTo>
                    <a:close/>
                    <a:moveTo>
                      <a:pt x="5491" y="0"/>
                    </a:moveTo>
                    <a:cubicBezTo>
                      <a:pt x="2478" y="0"/>
                      <a:pt x="104" y="2140"/>
                      <a:pt x="2" y="2287"/>
                    </a:cubicBezTo>
                    <a:lnTo>
                      <a:pt x="2" y="2287"/>
                    </a:lnTo>
                    <a:lnTo>
                      <a:pt x="1106" y="4481"/>
                    </a:lnTo>
                    <a:cubicBezTo>
                      <a:pt x="1453" y="4373"/>
                      <a:pt x="1775" y="4322"/>
                      <a:pt x="2072" y="4322"/>
                    </a:cubicBezTo>
                    <a:cubicBezTo>
                      <a:pt x="4567" y="4322"/>
                      <a:pt x="5304" y="7955"/>
                      <a:pt x="4293" y="12354"/>
                    </a:cubicBezTo>
                    <a:cubicBezTo>
                      <a:pt x="3649" y="15156"/>
                      <a:pt x="5321" y="16821"/>
                      <a:pt x="6881" y="17736"/>
                    </a:cubicBezTo>
                    <a:cubicBezTo>
                      <a:pt x="7054" y="17838"/>
                      <a:pt x="7238" y="17884"/>
                      <a:pt x="7416" y="17884"/>
                    </a:cubicBezTo>
                    <a:cubicBezTo>
                      <a:pt x="7960" y="17884"/>
                      <a:pt x="8457" y="17454"/>
                      <a:pt x="8467" y="16841"/>
                    </a:cubicBezTo>
                    <a:cubicBezTo>
                      <a:pt x="8526" y="12926"/>
                      <a:pt x="14000" y="5469"/>
                      <a:pt x="10001" y="1857"/>
                    </a:cubicBezTo>
                    <a:cubicBezTo>
                      <a:pt x="8470" y="475"/>
                      <a:pt x="6910" y="0"/>
                      <a:pt x="54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>
                <a:off x="7887521" y="2297964"/>
                <a:ext cx="51294" cy="39171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2963" extrusionOk="0">
                    <a:moveTo>
                      <a:pt x="450" y="464"/>
                    </a:moveTo>
                    <a:lnTo>
                      <a:pt x="2810" y="713"/>
                    </a:lnTo>
                    <a:cubicBezTo>
                      <a:pt x="3154" y="749"/>
                      <a:pt x="3400" y="1190"/>
                      <a:pt x="3349" y="1675"/>
                    </a:cubicBezTo>
                    <a:cubicBezTo>
                      <a:pt x="3299" y="2141"/>
                      <a:pt x="2988" y="2508"/>
                      <a:pt x="2665" y="2508"/>
                    </a:cubicBezTo>
                    <a:cubicBezTo>
                      <a:pt x="2650" y="2508"/>
                      <a:pt x="2635" y="2508"/>
                      <a:pt x="2620" y="2506"/>
                    </a:cubicBezTo>
                    <a:lnTo>
                      <a:pt x="1058" y="2339"/>
                    </a:lnTo>
                    <a:cubicBezTo>
                      <a:pt x="763" y="2309"/>
                      <a:pt x="532" y="1980"/>
                      <a:pt x="514" y="1562"/>
                    </a:cubicBezTo>
                    <a:lnTo>
                      <a:pt x="450" y="464"/>
                    </a:lnTo>
                    <a:close/>
                    <a:moveTo>
                      <a:pt x="398" y="1"/>
                    </a:moveTo>
                    <a:cubicBezTo>
                      <a:pt x="303" y="1"/>
                      <a:pt x="210" y="37"/>
                      <a:pt x="137" y="105"/>
                    </a:cubicBezTo>
                    <a:cubicBezTo>
                      <a:pt x="49" y="187"/>
                      <a:pt x="1" y="305"/>
                      <a:pt x="6" y="431"/>
                    </a:cubicBezTo>
                    <a:lnTo>
                      <a:pt x="57" y="1583"/>
                    </a:lnTo>
                    <a:cubicBezTo>
                      <a:pt x="88" y="2229"/>
                      <a:pt x="488" y="2740"/>
                      <a:pt x="1011" y="2793"/>
                    </a:cubicBezTo>
                    <a:lnTo>
                      <a:pt x="2574" y="2958"/>
                    </a:lnTo>
                    <a:cubicBezTo>
                      <a:pt x="2605" y="2963"/>
                      <a:pt x="2635" y="2963"/>
                      <a:pt x="2666" y="2963"/>
                    </a:cubicBezTo>
                    <a:cubicBezTo>
                      <a:pt x="3228" y="2963"/>
                      <a:pt x="3728" y="2429"/>
                      <a:pt x="3803" y="1724"/>
                    </a:cubicBezTo>
                    <a:cubicBezTo>
                      <a:pt x="3880" y="980"/>
                      <a:pt x="3456" y="320"/>
                      <a:pt x="2859" y="259"/>
                    </a:cubicBezTo>
                    <a:lnTo>
                      <a:pt x="434" y="2"/>
                    </a:lnTo>
                    <a:cubicBezTo>
                      <a:pt x="422" y="1"/>
                      <a:pt x="410" y="1"/>
                      <a:pt x="3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0"/>
              <p:cNvSpPr/>
              <p:nvPr/>
            </p:nvSpPr>
            <p:spPr>
              <a:xfrm>
                <a:off x="7961249" y="2299683"/>
                <a:ext cx="61301" cy="39938"/>
              </a:xfrm>
              <a:custGeom>
                <a:avLst/>
                <a:gdLst/>
                <a:ahLst/>
                <a:cxnLst/>
                <a:rect l="l" t="t" r="r" b="b"/>
                <a:pathLst>
                  <a:path w="4637" h="3021" extrusionOk="0">
                    <a:moveTo>
                      <a:pt x="4170" y="460"/>
                    </a:moveTo>
                    <a:lnTo>
                      <a:pt x="4085" y="1553"/>
                    </a:lnTo>
                    <a:cubicBezTo>
                      <a:pt x="4052" y="1979"/>
                      <a:pt x="3744" y="2317"/>
                      <a:pt x="3354" y="2358"/>
                    </a:cubicBezTo>
                    <a:lnTo>
                      <a:pt x="1448" y="2561"/>
                    </a:lnTo>
                    <a:cubicBezTo>
                      <a:pt x="1418" y="2564"/>
                      <a:pt x="1389" y="2566"/>
                      <a:pt x="1360" y="2566"/>
                    </a:cubicBezTo>
                    <a:cubicBezTo>
                      <a:pt x="928" y="2566"/>
                      <a:pt x="580" y="2212"/>
                      <a:pt x="532" y="1750"/>
                    </a:cubicBezTo>
                    <a:cubicBezTo>
                      <a:pt x="478" y="1255"/>
                      <a:pt x="806" y="814"/>
                      <a:pt x="1260" y="768"/>
                    </a:cubicBezTo>
                    <a:lnTo>
                      <a:pt x="4170" y="460"/>
                    </a:lnTo>
                    <a:close/>
                    <a:moveTo>
                      <a:pt x="4219" y="0"/>
                    </a:moveTo>
                    <a:cubicBezTo>
                      <a:pt x="4202" y="0"/>
                      <a:pt x="4184" y="1"/>
                      <a:pt x="4167" y="3"/>
                    </a:cubicBezTo>
                    <a:lnTo>
                      <a:pt x="1212" y="314"/>
                    </a:lnTo>
                    <a:cubicBezTo>
                      <a:pt x="509" y="388"/>
                      <a:pt x="1" y="1052"/>
                      <a:pt x="78" y="1799"/>
                    </a:cubicBezTo>
                    <a:cubicBezTo>
                      <a:pt x="152" y="2497"/>
                      <a:pt x="717" y="3020"/>
                      <a:pt x="1368" y="3020"/>
                    </a:cubicBezTo>
                    <a:cubicBezTo>
                      <a:pt x="1412" y="3020"/>
                      <a:pt x="1453" y="3017"/>
                      <a:pt x="1496" y="3015"/>
                    </a:cubicBezTo>
                    <a:lnTo>
                      <a:pt x="3403" y="2812"/>
                    </a:lnTo>
                    <a:cubicBezTo>
                      <a:pt x="4011" y="2748"/>
                      <a:pt x="4490" y="2232"/>
                      <a:pt x="4539" y="1589"/>
                    </a:cubicBezTo>
                    <a:lnTo>
                      <a:pt x="4629" y="434"/>
                    </a:lnTo>
                    <a:cubicBezTo>
                      <a:pt x="4637" y="316"/>
                      <a:pt x="4593" y="201"/>
                      <a:pt x="4508" y="119"/>
                    </a:cubicBezTo>
                    <a:cubicBezTo>
                      <a:pt x="4430" y="43"/>
                      <a:pt x="4329" y="0"/>
                      <a:pt x="4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0"/>
              <p:cNvSpPr/>
              <p:nvPr/>
            </p:nvSpPr>
            <p:spPr>
              <a:xfrm>
                <a:off x="7933950" y="2312044"/>
                <a:ext cx="32574" cy="8038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608" extrusionOk="0">
                    <a:moveTo>
                      <a:pt x="1168" y="1"/>
                    </a:moveTo>
                    <a:cubicBezTo>
                      <a:pt x="802" y="1"/>
                      <a:pt x="395" y="43"/>
                      <a:pt x="1" y="171"/>
                    </a:cubicBezTo>
                    <a:lnTo>
                      <a:pt x="142" y="605"/>
                    </a:lnTo>
                    <a:cubicBezTo>
                      <a:pt x="482" y="495"/>
                      <a:pt x="837" y="458"/>
                      <a:pt x="1161" y="458"/>
                    </a:cubicBezTo>
                    <a:cubicBezTo>
                      <a:pt x="1809" y="458"/>
                      <a:pt x="2329" y="606"/>
                      <a:pt x="2338" y="607"/>
                    </a:cubicBezTo>
                    <a:lnTo>
                      <a:pt x="2463" y="169"/>
                    </a:lnTo>
                    <a:cubicBezTo>
                      <a:pt x="2430" y="159"/>
                      <a:pt x="1874" y="1"/>
                      <a:pt x="11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0"/>
              <p:cNvSpPr/>
              <p:nvPr/>
            </p:nvSpPr>
            <p:spPr>
              <a:xfrm>
                <a:off x="8017725" y="2292557"/>
                <a:ext cx="47394" cy="23188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754" extrusionOk="0">
                    <a:moveTo>
                      <a:pt x="3417" y="1"/>
                    </a:moveTo>
                    <a:lnTo>
                      <a:pt x="0" y="1327"/>
                    </a:lnTo>
                    <a:lnTo>
                      <a:pt x="167" y="1753"/>
                    </a:lnTo>
                    <a:lnTo>
                      <a:pt x="3584" y="427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0"/>
              <p:cNvSpPr/>
              <p:nvPr/>
            </p:nvSpPr>
            <p:spPr>
              <a:xfrm>
                <a:off x="7722840" y="3097946"/>
                <a:ext cx="71494" cy="493318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37316" extrusionOk="0">
                    <a:moveTo>
                      <a:pt x="5361" y="0"/>
                    </a:moveTo>
                    <a:cubicBezTo>
                      <a:pt x="5281" y="0"/>
                      <a:pt x="4848" y="339"/>
                      <a:pt x="4284" y="1074"/>
                    </a:cubicBezTo>
                    <a:cubicBezTo>
                      <a:pt x="3676" y="1849"/>
                      <a:pt x="2940" y="3075"/>
                      <a:pt x="2229" y="4679"/>
                    </a:cubicBezTo>
                    <a:cubicBezTo>
                      <a:pt x="1878" y="5484"/>
                      <a:pt x="1516" y="6367"/>
                      <a:pt x="1260" y="7398"/>
                    </a:cubicBezTo>
                    <a:cubicBezTo>
                      <a:pt x="1019" y="8414"/>
                      <a:pt x="839" y="9502"/>
                      <a:pt x="708" y="10649"/>
                    </a:cubicBezTo>
                    <a:cubicBezTo>
                      <a:pt x="441" y="12945"/>
                      <a:pt x="269" y="15471"/>
                      <a:pt x="182" y="18124"/>
                    </a:cubicBezTo>
                    <a:cubicBezTo>
                      <a:pt x="0" y="23429"/>
                      <a:pt x="64" y="28229"/>
                      <a:pt x="169" y="31703"/>
                    </a:cubicBezTo>
                    <a:cubicBezTo>
                      <a:pt x="223" y="33437"/>
                      <a:pt x="290" y="34843"/>
                      <a:pt x="359" y="35813"/>
                    </a:cubicBezTo>
                    <a:cubicBezTo>
                      <a:pt x="428" y="36780"/>
                      <a:pt x="495" y="37316"/>
                      <a:pt x="551" y="37316"/>
                    </a:cubicBezTo>
                    <a:cubicBezTo>
                      <a:pt x="551" y="37316"/>
                      <a:pt x="552" y="37316"/>
                      <a:pt x="552" y="37316"/>
                    </a:cubicBezTo>
                    <a:cubicBezTo>
                      <a:pt x="608" y="37313"/>
                      <a:pt x="647" y="36777"/>
                      <a:pt x="675" y="35805"/>
                    </a:cubicBezTo>
                    <a:cubicBezTo>
                      <a:pt x="700" y="34835"/>
                      <a:pt x="721" y="33432"/>
                      <a:pt x="739" y="31695"/>
                    </a:cubicBezTo>
                    <a:cubicBezTo>
                      <a:pt x="783" y="28227"/>
                      <a:pt x="808" y="23434"/>
                      <a:pt x="990" y="18152"/>
                    </a:cubicBezTo>
                    <a:cubicBezTo>
                      <a:pt x="1078" y="15513"/>
                      <a:pt x="1224" y="13001"/>
                      <a:pt x="1450" y="10733"/>
                    </a:cubicBezTo>
                    <a:cubicBezTo>
                      <a:pt x="1557" y="9599"/>
                      <a:pt x="1709" y="8527"/>
                      <a:pt x="1911" y="7552"/>
                    </a:cubicBezTo>
                    <a:cubicBezTo>
                      <a:pt x="2119" y="6595"/>
                      <a:pt x="2445" y="5700"/>
                      <a:pt x="2755" y="4899"/>
                    </a:cubicBezTo>
                    <a:cubicBezTo>
                      <a:pt x="3384" y="3301"/>
                      <a:pt x="4030" y="2065"/>
                      <a:pt x="4541" y="1254"/>
                    </a:cubicBezTo>
                    <a:cubicBezTo>
                      <a:pt x="5049" y="438"/>
                      <a:pt x="5408" y="46"/>
                      <a:pt x="5372" y="5"/>
                    </a:cubicBezTo>
                    <a:cubicBezTo>
                      <a:pt x="5370" y="2"/>
                      <a:pt x="5366" y="0"/>
                      <a:pt x="5361" y="0"/>
                    </a:cubicBezTo>
                    <a:close/>
                  </a:path>
                </a:pathLst>
              </a:custGeom>
              <a:solidFill>
                <a:srgbClr val="F4A5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0"/>
              <p:cNvSpPr/>
              <p:nvPr/>
            </p:nvSpPr>
            <p:spPr>
              <a:xfrm>
                <a:off x="5517056" y="2976547"/>
                <a:ext cx="1814524" cy="646194"/>
              </a:xfrm>
              <a:custGeom>
                <a:avLst/>
                <a:gdLst/>
                <a:ahLst/>
                <a:cxnLst/>
                <a:rect l="l" t="t" r="r" b="b"/>
                <a:pathLst>
                  <a:path w="137256" h="48880" extrusionOk="0">
                    <a:moveTo>
                      <a:pt x="68842" y="0"/>
                    </a:moveTo>
                    <a:cubicBezTo>
                      <a:pt x="46588" y="0"/>
                      <a:pt x="24978" y="2060"/>
                      <a:pt x="15989" y="4521"/>
                    </a:cubicBezTo>
                    <a:cubicBezTo>
                      <a:pt x="6194" y="7202"/>
                      <a:pt x="1" y="18503"/>
                      <a:pt x="4124" y="29044"/>
                    </a:cubicBezTo>
                    <a:cubicBezTo>
                      <a:pt x="8441" y="40088"/>
                      <a:pt x="7035" y="48880"/>
                      <a:pt x="7035" y="48880"/>
                    </a:cubicBezTo>
                    <a:lnTo>
                      <a:pt x="130126" y="48880"/>
                    </a:lnTo>
                    <a:cubicBezTo>
                      <a:pt x="128535" y="33667"/>
                      <a:pt x="137255" y="23923"/>
                      <a:pt x="132504" y="13939"/>
                    </a:cubicBezTo>
                    <a:cubicBezTo>
                      <a:pt x="127510" y="3449"/>
                      <a:pt x="97638" y="0"/>
                      <a:pt x="68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0"/>
              <p:cNvSpPr/>
              <p:nvPr/>
            </p:nvSpPr>
            <p:spPr>
              <a:xfrm>
                <a:off x="7058918" y="3305408"/>
                <a:ext cx="413442" cy="318959"/>
              </a:xfrm>
              <a:custGeom>
                <a:avLst/>
                <a:gdLst/>
                <a:ahLst/>
                <a:cxnLst/>
                <a:rect l="l" t="t" r="r" b="b"/>
                <a:pathLst>
                  <a:path w="31274" h="24127" extrusionOk="0">
                    <a:moveTo>
                      <a:pt x="23457" y="0"/>
                    </a:moveTo>
                    <a:cubicBezTo>
                      <a:pt x="21506" y="0"/>
                      <a:pt x="19451" y="587"/>
                      <a:pt x="17311" y="587"/>
                    </a:cubicBezTo>
                    <a:cubicBezTo>
                      <a:pt x="17132" y="587"/>
                      <a:pt x="16953" y="583"/>
                      <a:pt x="16773" y="574"/>
                    </a:cubicBezTo>
                    <a:cubicBezTo>
                      <a:pt x="16511" y="561"/>
                      <a:pt x="16256" y="555"/>
                      <a:pt x="16010" y="555"/>
                    </a:cubicBezTo>
                    <a:cubicBezTo>
                      <a:pt x="11984" y="555"/>
                      <a:pt x="10111" y="2175"/>
                      <a:pt x="10111" y="2175"/>
                    </a:cubicBezTo>
                    <a:cubicBezTo>
                      <a:pt x="10111" y="2175"/>
                      <a:pt x="1" y="20666"/>
                      <a:pt x="13495" y="24004"/>
                    </a:cubicBezTo>
                    <a:lnTo>
                      <a:pt x="29187" y="24127"/>
                    </a:lnTo>
                    <a:cubicBezTo>
                      <a:pt x="29187" y="24127"/>
                      <a:pt x="31273" y="4927"/>
                      <a:pt x="27935" y="1733"/>
                    </a:cubicBezTo>
                    <a:cubicBezTo>
                      <a:pt x="26517" y="377"/>
                      <a:pt x="25020" y="0"/>
                      <a:pt x="23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0"/>
              <p:cNvSpPr/>
              <p:nvPr/>
            </p:nvSpPr>
            <p:spPr>
              <a:xfrm>
                <a:off x="7274285" y="3312983"/>
                <a:ext cx="158627" cy="98185"/>
              </a:xfrm>
              <a:custGeom>
                <a:avLst/>
                <a:gdLst/>
                <a:ahLst/>
                <a:cxnLst/>
                <a:rect l="l" t="t" r="r" b="b"/>
                <a:pathLst>
                  <a:path w="11999" h="7427" extrusionOk="0">
                    <a:moveTo>
                      <a:pt x="480" y="1"/>
                    </a:moveTo>
                    <a:cubicBezTo>
                      <a:pt x="375" y="1"/>
                      <a:pt x="82" y="1006"/>
                      <a:pt x="15" y="2684"/>
                    </a:cubicBezTo>
                    <a:cubicBezTo>
                      <a:pt x="0" y="3107"/>
                      <a:pt x="5" y="3577"/>
                      <a:pt x="57" y="4080"/>
                    </a:cubicBezTo>
                    <a:cubicBezTo>
                      <a:pt x="110" y="4585"/>
                      <a:pt x="195" y="5129"/>
                      <a:pt x="428" y="5691"/>
                    </a:cubicBezTo>
                    <a:cubicBezTo>
                      <a:pt x="644" y="6235"/>
                      <a:pt x="1052" y="6868"/>
                      <a:pt x="1757" y="7145"/>
                    </a:cubicBezTo>
                    <a:cubicBezTo>
                      <a:pt x="2260" y="7317"/>
                      <a:pt x="2800" y="7427"/>
                      <a:pt x="3339" y="7427"/>
                    </a:cubicBezTo>
                    <a:cubicBezTo>
                      <a:pt x="3476" y="7427"/>
                      <a:pt x="3614" y="7420"/>
                      <a:pt x="3751" y="7405"/>
                    </a:cubicBezTo>
                    <a:cubicBezTo>
                      <a:pt x="5105" y="7302"/>
                      <a:pt x="6283" y="6843"/>
                      <a:pt x="7296" y="6373"/>
                    </a:cubicBezTo>
                    <a:cubicBezTo>
                      <a:pt x="8312" y="5893"/>
                      <a:pt x="9169" y="5368"/>
                      <a:pt x="9864" y="4898"/>
                    </a:cubicBezTo>
                    <a:cubicBezTo>
                      <a:pt x="11252" y="3946"/>
                      <a:pt x="11998" y="3218"/>
                      <a:pt x="11929" y="3131"/>
                    </a:cubicBezTo>
                    <a:cubicBezTo>
                      <a:pt x="11924" y="3125"/>
                      <a:pt x="11916" y="3122"/>
                      <a:pt x="11904" y="3122"/>
                    </a:cubicBezTo>
                    <a:cubicBezTo>
                      <a:pt x="11738" y="3122"/>
                      <a:pt x="10899" y="3658"/>
                      <a:pt x="9564" y="4413"/>
                    </a:cubicBezTo>
                    <a:cubicBezTo>
                      <a:pt x="8843" y="4811"/>
                      <a:pt x="7978" y="5270"/>
                      <a:pt x="6991" y="5693"/>
                    </a:cubicBezTo>
                    <a:cubicBezTo>
                      <a:pt x="6006" y="6109"/>
                      <a:pt x="4879" y="6512"/>
                      <a:pt x="3697" y="6599"/>
                    </a:cubicBezTo>
                    <a:cubicBezTo>
                      <a:pt x="3572" y="6613"/>
                      <a:pt x="3450" y="6619"/>
                      <a:pt x="3329" y="6619"/>
                    </a:cubicBezTo>
                    <a:cubicBezTo>
                      <a:pt x="2874" y="6619"/>
                      <a:pt x="2445" y="6528"/>
                      <a:pt x="2047" y="6407"/>
                    </a:cubicBezTo>
                    <a:cubicBezTo>
                      <a:pt x="1611" y="6250"/>
                      <a:pt x="1314" y="5847"/>
                      <a:pt x="1113" y="5396"/>
                    </a:cubicBezTo>
                    <a:cubicBezTo>
                      <a:pt x="903" y="4949"/>
                      <a:pt x="798" y="4454"/>
                      <a:pt x="721" y="3993"/>
                    </a:cubicBezTo>
                    <a:cubicBezTo>
                      <a:pt x="647" y="3528"/>
                      <a:pt x="608" y="3084"/>
                      <a:pt x="588" y="2679"/>
                    </a:cubicBezTo>
                    <a:cubicBezTo>
                      <a:pt x="508" y="1047"/>
                      <a:pt x="600" y="16"/>
                      <a:pt x="482" y="1"/>
                    </a:cubicBezTo>
                    <a:cubicBezTo>
                      <a:pt x="481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0"/>
              <p:cNvSpPr/>
              <p:nvPr/>
            </p:nvSpPr>
            <p:spPr>
              <a:xfrm>
                <a:off x="8075311" y="2606149"/>
                <a:ext cx="101887" cy="134540"/>
              </a:xfrm>
              <a:custGeom>
                <a:avLst/>
                <a:gdLst/>
                <a:ahLst/>
                <a:cxnLst/>
                <a:rect l="l" t="t" r="r" b="b"/>
                <a:pathLst>
                  <a:path w="7707" h="10177" extrusionOk="0">
                    <a:moveTo>
                      <a:pt x="3093" y="1"/>
                    </a:moveTo>
                    <a:cubicBezTo>
                      <a:pt x="3090" y="1"/>
                      <a:pt x="3088" y="1"/>
                      <a:pt x="3086" y="2"/>
                    </a:cubicBezTo>
                    <a:lnTo>
                      <a:pt x="3084" y="2"/>
                    </a:lnTo>
                    <a:cubicBezTo>
                      <a:pt x="2938" y="84"/>
                      <a:pt x="4592" y="3314"/>
                      <a:pt x="6781" y="7219"/>
                    </a:cubicBezTo>
                    <a:lnTo>
                      <a:pt x="6806" y="7265"/>
                    </a:lnTo>
                    <a:cubicBezTo>
                      <a:pt x="6808" y="7266"/>
                      <a:pt x="6808" y="7267"/>
                      <a:pt x="6809" y="7267"/>
                    </a:cubicBezTo>
                    <a:lnTo>
                      <a:pt x="6809" y="7267"/>
                    </a:lnTo>
                    <a:cubicBezTo>
                      <a:pt x="6808" y="7268"/>
                      <a:pt x="6809" y="7268"/>
                      <a:pt x="6809" y="7268"/>
                    </a:cubicBezTo>
                    <a:cubicBezTo>
                      <a:pt x="6809" y="7268"/>
                      <a:pt x="6809" y="7268"/>
                      <a:pt x="6809" y="7268"/>
                    </a:cubicBezTo>
                    <a:lnTo>
                      <a:pt x="6809" y="7268"/>
                    </a:lnTo>
                    <a:cubicBezTo>
                      <a:pt x="6807" y="7269"/>
                      <a:pt x="6804" y="7270"/>
                      <a:pt x="6799" y="7273"/>
                    </a:cubicBezTo>
                    <a:lnTo>
                      <a:pt x="6709" y="7316"/>
                    </a:lnTo>
                    <a:cubicBezTo>
                      <a:pt x="6460" y="7421"/>
                      <a:pt x="6216" y="7526"/>
                      <a:pt x="5978" y="7632"/>
                    </a:cubicBezTo>
                    <a:cubicBezTo>
                      <a:pt x="5493" y="7829"/>
                      <a:pt x="5023" y="8022"/>
                      <a:pt x="4577" y="8206"/>
                    </a:cubicBezTo>
                    <a:cubicBezTo>
                      <a:pt x="3682" y="8565"/>
                      <a:pt x="2874" y="8891"/>
                      <a:pt x="2191" y="9163"/>
                    </a:cubicBezTo>
                    <a:cubicBezTo>
                      <a:pt x="834" y="9715"/>
                      <a:pt x="0" y="10082"/>
                      <a:pt x="29" y="10161"/>
                    </a:cubicBezTo>
                    <a:cubicBezTo>
                      <a:pt x="32" y="10171"/>
                      <a:pt x="50" y="10176"/>
                      <a:pt x="82" y="10176"/>
                    </a:cubicBezTo>
                    <a:cubicBezTo>
                      <a:pt x="295" y="10176"/>
                      <a:pt x="1121" y="9956"/>
                      <a:pt x="2337" y="9566"/>
                    </a:cubicBezTo>
                    <a:cubicBezTo>
                      <a:pt x="3038" y="9343"/>
                      <a:pt x="3864" y="9061"/>
                      <a:pt x="4777" y="8727"/>
                    </a:cubicBezTo>
                    <a:cubicBezTo>
                      <a:pt x="5234" y="8558"/>
                      <a:pt x="5711" y="8378"/>
                      <a:pt x="6203" y="8181"/>
                    </a:cubicBezTo>
                    <a:cubicBezTo>
                      <a:pt x="6450" y="8078"/>
                      <a:pt x="6701" y="7973"/>
                      <a:pt x="6953" y="7865"/>
                    </a:cubicBezTo>
                    <a:cubicBezTo>
                      <a:pt x="7168" y="7768"/>
                      <a:pt x="7384" y="7670"/>
                      <a:pt x="7602" y="7570"/>
                    </a:cubicBezTo>
                    <a:cubicBezTo>
                      <a:pt x="7707" y="7557"/>
                      <a:pt x="7604" y="7473"/>
                      <a:pt x="7589" y="7419"/>
                    </a:cubicBezTo>
                    <a:lnTo>
                      <a:pt x="7486" y="7237"/>
                    </a:lnTo>
                    <a:lnTo>
                      <a:pt x="7309" y="6921"/>
                    </a:lnTo>
                    <a:cubicBezTo>
                      <a:pt x="5151" y="3068"/>
                      <a:pt x="3280" y="1"/>
                      <a:pt x="3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0"/>
              <p:cNvSpPr/>
              <p:nvPr/>
            </p:nvSpPr>
            <p:spPr>
              <a:xfrm>
                <a:off x="5611513" y="3049759"/>
                <a:ext cx="1833297" cy="574607"/>
              </a:xfrm>
              <a:custGeom>
                <a:avLst/>
                <a:gdLst/>
                <a:ahLst/>
                <a:cxnLst/>
                <a:rect l="l" t="t" r="r" b="b"/>
                <a:pathLst>
                  <a:path w="138676" h="43465" extrusionOk="0">
                    <a:moveTo>
                      <a:pt x="64177" y="0"/>
                    </a:moveTo>
                    <a:cubicBezTo>
                      <a:pt x="51518" y="0"/>
                      <a:pt x="39220" y="984"/>
                      <a:pt x="30867" y="1959"/>
                    </a:cubicBezTo>
                    <a:cubicBezTo>
                      <a:pt x="10988" y="4281"/>
                      <a:pt x="1" y="9596"/>
                      <a:pt x="6011" y="30294"/>
                    </a:cubicBezTo>
                    <a:cubicBezTo>
                      <a:pt x="7876" y="36715"/>
                      <a:pt x="6011" y="43342"/>
                      <a:pt x="6011" y="43342"/>
                    </a:cubicBezTo>
                    <a:lnTo>
                      <a:pt x="138673" y="43465"/>
                    </a:lnTo>
                    <a:lnTo>
                      <a:pt x="138673" y="43465"/>
                    </a:lnTo>
                    <a:cubicBezTo>
                      <a:pt x="101059" y="36456"/>
                      <a:pt x="122670" y="21728"/>
                      <a:pt x="112286" y="10789"/>
                    </a:cubicBezTo>
                    <a:cubicBezTo>
                      <a:pt x="104285" y="2364"/>
                      <a:pt x="83798" y="0"/>
                      <a:pt x="64177" y="0"/>
                    </a:cubicBezTo>
                    <a:close/>
                    <a:moveTo>
                      <a:pt x="138673" y="43465"/>
                    </a:moveTo>
                    <a:cubicBezTo>
                      <a:pt x="138673" y="43465"/>
                      <a:pt x="138673" y="43465"/>
                      <a:pt x="138673" y="43465"/>
                    </a:cubicBezTo>
                    <a:lnTo>
                      <a:pt x="138676" y="43465"/>
                    </a:lnTo>
                    <a:lnTo>
                      <a:pt x="138673" y="4346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7" name="Google Shape;367;p30"/>
            <p:cNvGrpSpPr/>
            <p:nvPr/>
          </p:nvGrpSpPr>
          <p:grpSpPr>
            <a:xfrm>
              <a:off x="6503341" y="2006555"/>
              <a:ext cx="107151" cy="171243"/>
              <a:chOff x="6499834" y="1956355"/>
              <a:chExt cx="107151" cy="171243"/>
            </a:xfrm>
          </p:grpSpPr>
          <p:sp>
            <p:nvSpPr>
              <p:cNvPr id="368" name="Google Shape;368;p30"/>
              <p:cNvSpPr/>
              <p:nvPr/>
            </p:nvSpPr>
            <p:spPr>
              <a:xfrm>
                <a:off x="6530818" y="2091290"/>
                <a:ext cx="36154" cy="36308"/>
              </a:xfrm>
              <a:custGeom>
                <a:avLst/>
                <a:gdLst/>
                <a:ahLst/>
                <a:cxnLst/>
                <a:rect l="l" t="t" r="r" b="b"/>
                <a:pathLst>
                  <a:path w="937" h="941" extrusionOk="0">
                    <a:moveTo>
                      <a:pt x="477" y="1"/>
                    </a:moveTo>
                    <a:cubicBezTo>
                      <a:pt x="475" y="1"/>
                      <a:pt x="473" y="1"/>
                      <a:pt x="471" y="1"/>
                    </a:cubicBezTo>
                    <a:cubicBezTo>
                      <a:pt x="344" y="1"/>
                      <a:pt x="228" y="48"/>
                      <a:pt x="138" y="139"/>
                    </a:cubicBezTo>
                    <a:cubicBezTo>
                      <a:pt x="48" y="227"/>
                      <a:pt x="0" y="343"/>
                      <a:pt x="0" y="472"/>
                    </a:cubicBezTo>
                    <a:cubicBezTo>
                      <a:pt x="0" y="599"/>
                      <a:pt x="49" y="714"/>
                      <a:pt x="138" y="803"/>
                    </a:cubicBezTo>
                    <a:cubicBezTo>
                      <a:pt x="228" y="894"/>
                      <a:pt x="344" y="941"/>
                      <a:pt x="471" y="941"/>
                    </a:cubicBezTo>
                    <a:cubicBezTo>
                      <a:pt x="600" y="941"/>
                      <a:pt x="715" y="894"/>
                      <a:pt x="804" y="802"/>
                    </a:cubicBezTo>
                    <a:cubicBezTo>
                      <a:pt x="890" y="712"/>
                      <a:pt x="936" y="598"/>
                      <a:pt x="936" y="470"/>
                    </a:cubicBezTo>
                    <a:cubicBezTo>
                      <a:pt x="936" y="344"/>
                      <a:pt x="890" y="230"/>
                      <a:pt x="804" y="140"/>
                    </a:cubicBezTo>
                    <a:cubicBezTo>
                      <a:pt x="717" y="50"/>
                      <a:pt x="603" y="1"/>
                      <a:pt x="4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6499834" y="1956355"/>
                <a:ext cx="107151" cy="123742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3207" extrusionOk="0">
                    <a:moveTo>
                      <a:pt x="1436" y="1"/>
                    </a:moveTo>
                    <a:cubicBezTo>
                      <a:pt x="1156" y="1"/>
                      <a:pt x="892" y="66"/>
                      <a:pt x="651" y="196"/>
                    </a:cubicBezTo>
                    <a:cubicBezTo>
                      <a:pt x="411" y="323"/>
                      <a:pt x="204" y="510"/>
                      <a:pt x="38" y="748"/>
                    </a:cubicBezTo>
                    <a:cubicBezTo>
                      <a:pt x="11" y="785"/>
                      <a:pt x="1" y="830"/>
                      <a:pt x="10" y="874"/>
                    </a:cubicBezTo>
                    <a:cubicBezTo>
                      <a:pt x="17" y="919"/>
                      <a:pt x="44" y="957"/>
                      <a:pt x="81" y="982"/>
                    </a:cubicBezTo>
                    <a:lnTo>
                      <a:pt x="401" y="1200"/>
                    </a:lnTo>
                    <a:cubicBezTo>
                      <a:pt x="429" y="1220"/>
                      <a:pt x="462" y="1229"/>
                      <a:pt x="494" y="1229"/>
                    </a:cubicBezTo>
                    <a:cubicBezTo>
                      <a:pt x="546" y="1229"/>
                      <a:pt x="597" y="1205"/>
                      <a:pt x="630" y="1160"/>
                    </a:cubicBezTo>
                    <a:cubicBezTo>
                      <a:pt x="737" y="1013"/>
                      <a:pt x="860" y="899"/>
                      <a:pt x="996" y="824"/>
                    </a:cubicBezTo>
                    <a:cubicBezTo>
                      <a:pt x="1128" y="750"/>
                      <a:pt x="1267" y="713"/>
                      <a:pt x="1418" y="713"/>
                    </a:cubicBezTo>
                    <a:cubicBezTo>
                      <a:pt x="1600" y="713"/>
                      <a:pt x="1748" y="760"/>
                      <a:pt x="1871" y="856"/>
                    </a:cubicBezTo>
                    <a:cubicBezTo>
                      <a:pt x="1983" y="944"/>
                      <a:pt x="2037" y="1042"/>
                      <a:pt x="2037" y="1166"/>
                    </a:cubicBezTo>
                    <a:cubicBezTo>
                      <a:pt x="2037" y="1264"/>
                      <a:pt x="2013" y="1348"/>
                      <a:pt x="1966" y="1422"/>
                    </a:cubicBezTo>
                    <a:cubicBezTo>
                      <a:pt x="1911" y="1506"/>
                      <a:pt x="1813" y="1603"/>
                      <a:pt x="1674" y="1708"/>
                    </a:cubicBezTo>
                    <a:lnTo>
                      <a:pt x="1433" y="1885"/>
                    </a:lnTo>
                    <a:cubicBezTo>
                      <a:pt x="1234" y="2032"/>
                      <a:pt x="1094" y="2199"/>
                      <a:pt x="1012" y="2381"/>
                    </a:cubicBezTo>
                    <a:cubicBezTo>
                      <a:pt x="934" y="2564"/>
                      <a:pt x="901" y="2787"/>
                      <a:pt x="919" y="3051"/>
                    </a:cubicBezTo>
                    <a:cubicBezTo>
                      <a:pt x="925" y="3138"/>
                      <a:pt x="997" y="3206"/>
                      <a:pt x="1085" y="3206"/>
                    </a:cubicBezTo>
                    <a:lnTo>
                      <a:pt x="1446" y="3206"/>
                    </a:lnTo>
                    <a:cubicBezTo>
                      <a:pt x="1492" y="3206"/>
                      <a:pt x="1536" y="3187"/>
                      <a:pt x="1569" y="3154"/>
                    </a:cubicBezTo>
                    <a:cubicBezTo>
                      <a:pt x="1600" y="3120"/>
                      <a:pt x="1616" y="3074"/>
                      <a:pt x="1613" y="3028"/>
                    </a:cubicBezTo>
                    <a:cubicBezTo>
                      <a:pt x="1603" y="2885"/>
                      <a:pt x="1619" y="2765"/>
                      <a:pt x="1662" y="2673"/>
                    </a:cubicBezTo>
                    <a:cubicBezTo>
                      <a:pt x="1702" y="2581"/>
                      <a:pt x="1778" y="2495"/>
                      <a:pt x="1884" y="2417"/>
                    </a:cubicBezTo>
                    <a:lnTo>
                      <a:pt x="2066" y="2281"/>
                    </a:lnTo>
                    <a:cubicBezTo>
                      <a:pt x="2325" y="2091"/>
                      <a:pt x="2503" y="1921"/>
                      <a:pt x="2610" y="1758"/>
                    </a:cubicBezTo>
                    <a:cubicBezTo>
                      <a:pt x="2721" y="1588"/>
                      <a:pt x="2777" y="1386"/>
                      <a:pt x="2777" y="1160"/>
                    </a:cubicBezTo>
                    <a:cubicBezTo>
                      <a:pt x="2777" y="994"/>
                      <a:pt x="2741" y="836"/>
                      <a:pt x="2672" y="691"/>
                    </a:cubicBezTo>
                    <a:cubicBezTo>
                      <a:pt x="2602" y="548"/>
                      <a:pt x="2505" y="423"/>
                      <a:pt x="2382" y="320"/>
                    </a:cubicBezTo>
                    <a:cubicBezTo>
                      <a:pt x="2262" y="220"/>
                      <a:pt x="2118" y="141"/>
                      <a:pt x="1957" y="85"/>
                    </a:cubicBezTo>
                    <a:cubicBezTo>
                      <a:pt x="1797" y="29"/>
                      <a:pt x="1621" y="1"/>
                      <a:pt x="14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" name="Google Shape;370;p30"/>
            <p:cNvGrpSpPr/>
            <p:nvPr/>
          </p:nvGrpSpPr>
          <p:grpSpPr>
            <a:xfrm>
              <a:off x="7460954" y="1946705"/>
              <a:ext cx="107151" cy="171243"/>
              <a:chOff x="6499834" y="1956355"/>
              <a:chExt cx="107151" cy="171243"/>
            </a:xfrm>
          </p:grpSpPr>
          <p:sp>
            <p:nvSpPr>
              <p:cNvPr id="371" name="Google Shape;371;p30"/>
              <p:cNvSpPr/>
              <p:nvPr/>
            </p:nvSpPr>
            <p:spPr>
              <a:xfrm>
                <a:off x="6530818" y="2091290"/>
                <a:ext cx="36154" cy="36308"/>
              </a:xfrm>
              <a:custGeom>
                <a:avLst/>
                <a:gdLst/>
                <a:ahLst/>
                <a:cxnLst/>
                <a:rect l="l" t="t" r="r" b="b"/>
                <a:pathLst>
                  <a:path w="937" h="941" extrusionOk="0">
                    <a:moveTo>
                      <a:pt x="477" y="1"/>
                    </a:moveTo>
                    <a:cubicBezTo>
                      <a:pt x="475" y="1"/>
                      <a:pt x="473" y="1"/>
                      <a:pt x="471" y="1"/>
                    </a:cubicBezTo>
                    <a:cubicBezTo>
                      <a:pt x="344" y="1"/>
                      <a:pt x="228" y="48"/>
                      <a:pt x="138" y="139"/>
                    </a:cubicBezTo>
                    <a:cubicBezTo>
                      <a:pt x="48" y="227"/>
                      <a:pt x="0" y="343"/>
                      <a:pt x="0" y="472"/>
                    </a:cubicBezTo>
                    <a:cubicBezTo>
                      <a:pt x="0" y="599"/>
                      <a:pt x="49" y="714"/>
                      <a:pt x="138" y="803"/>
                    </a:cubicBezTo>
                    <a:cubicBezTo>
                      <a:pt x="228" y="894"/>
                      <a:pt x="344" y="941"/>
                      <a:pt x="471" y="941"/>
                    </a:cubicBezTo>
                    <a:cubicBezTo>
                      <a:pt x="600" y="941"/>
                      <a:pt x="715" y="894"/>
                      <a:pt x="804" y="802"/>
                    </a:cubicBezTo>
                    <a:cubicBezTo>
                      <a:pt x="890" y="712"/>
                      <a:pt x="936" y="598"/>
                      <a:pt x="936" y="470"/>
                    </a:cubicBezTo>
                    <a:cubicBezTo>
                      <a:pt x="936" y="344"/>
                      <a:pt x="890" y="230"/>
                      <a:pt x="804" y="140"/>
                    </a:cubicBezTo>
                    <a:cubicBezTo>
                      <a:pt x="717" y="50"/>
                      <a:pt x="603" y="1"/>
                      <a:pt x="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6499834" y="1956355"/>
                <a:ext cx="107151" cy="123742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3207" extrusionOk="0">
                    <a:moveTo>
                      <a:pt x="1436" y="1"/>
                    </a:moveTo>
                    <a:cubicBezTo>
                      <a:pt x="1156" y="1"/>
                      <a:pt x="892" y="66"/>
                      <a:pt x="651" y="196"/>
                    </a:cubicBezTo>
                    <a:cubicBezTo>
                      <a:pt x="411" y="323"/>
                      <a:pt x="204" y="510"/>
                      <a:pt x="38" y="748"/>
                    </a:cubicBezTo>
                    <a:cubicBezTo>
                      <a:pt x="11" y="785"/>
                      <a:pt x="1" y="830"/>
                      <a:pt x="10" y="874"/>
                    </a:cubicBezTo>
                    <a:cubicBezTo>
                      <a:pt x="17" y="919"/>
                      <a:pt x="44" y="957"/>
                      <a:pt x="81" y="982"/>
                    </a:cubicBezTo>
                    <a:lnTo>
                      <a:pt x="401" y="1200"/>
                    </a:lnTo>
                    <a:cubicBezTo>
                      <a:pt x="429" y="1220"/>
                      <a:pt x="462" y="1229"/>
                      <a:pt x="494" y="1229"/>
                    </a:cubicBezTo>
                    <a:cubicBezTo>
                      <a:pt x="546" y="1229"/>
                      <a:pt x="597" y="1205"/>
                      <a:pt x="630" y="1160"/>
                    </a:cubicBezTo>
                    <a:cubicBezTo>
                      <a:pt x="737" y="1013"/>
                      <a:pt x="860" y="899"/>
                      <a:pt x="996" y="824"/>
                    </a:cubicBezTo>
                    <a:cubicBezTo>
                      <a:pt x="1128" y="750"/>
                      <a:pt x="1267" y="713"/>
                      <a:pt x="1418" y="713"/>
                    </a:cubicBezTo>
                    <a:cubicBezTo>
                      <a:pt x="1600" y="713"/>
                      <a:pt x="1748" y="760"/>
                      <a:pt x="1871" y="856"/>
                    </a:cubicBezTo>
                    <a:cubicBezTo>
                      <a:pt x="1983" y="944"/>
                      <a:pt x="2037" y="1042"/>
                      <a:pt x="2037" y="1166"/>
                    </a:cubicBezTo>
                    <a:cubicBezTo>
                      <a:pt x="2037" y="1264"/>
                      <a:pt x="2013" y="1348"/>
                      <a:pt x="1966" y="1422"/>
                    </a:cubicBezTo>
                    <a:cubicBezTo>
                      <a:pt x="1911" y="1506"/>
                      <a:pt x="1813" y="1603"/>
                      <a:pt x="1674" y="1708"/>
                    </a:cubicBezTo>
                    <a:lnTo>
                      <a:pt x="1433" y="1885"/>
                    </a:lnTo>
                    <a:cubicBezTo>
                      <a:pt x="1234" y="2032"/>
                      <a:pt x="1094" y="2199"/>
                      <a:pt x="1012" y="2381"/>
                    </a:cubicBezTo>
                    <a:cubicBezTo>
                      <a:pt x="934" y="2564"/>
                      <a:pt x="901" y="2787"/>
                      <a:pt x="919" y="3051"/>
                    </a:cubicBezTo>
                    <a:cubicBezTo>
                      <a:pt x="925" y="3138"/>
                      <a:pt x="997" y="3206"/>
                      <a:pt x="1085" y="3206"/>
                    </a:cubicBezTo>
                    <a:lnTo>
                      <a:pt x="1446" y="3206"/>
                    </a:lnTo>
                    <a:cubicBezTo>
                      <a:pt x="1492" y="3206"/>
                      <a:pt x="1536" y="3187"/>
                      <a:pt x="1569" y="3154"/>
                    </a:cubicBezTo>
                    <a:cubicBezTo>
                      <a:pt x="1600" y="3120"/>
                      <a:pt x="1616" y="3074"/>
                      <a:pt x="1613" y="3028"/>
                    </a:cubicBezTo>
                    <a:cubicBezTo>
                      <a:pt x="1603" y="2885"/>
                      <a:pt x="1619" y="2765"/>
                      <a:pt x="1662" y="2673"/>
                    </a:cubicBezTo>
                    <a:cubicBezTo>
                      <a:pt x="1702" y="2581"/>
                      <a:pt x="1778" y="2495"/>
                      <a:pt x="1884" y="2417"/>
                    </a:cubicBezTo>
                    <a:lnTo>
                      <a:pt x="2066" y="2281"/>
                    </a:lnTo>
                    <a:cubicBezTo>
                      <a:pt x="2325" y="2091"/>
                      <a:pt x="2503" y="1921"/>
                      <a:pt x="2610" y="1758"/>
                    </a:cubicBezTo>
                    <a:cubicBezTo>
                      <a:pt x="2721" y="1588"/>
                      <a:pt x="2777" y="1386"/>
                      <a:pt x="2777" y="1160"/>
                    </a:cubicBezTo>
                    <a:cubicBezTo>
                      <a:pt x="2777" y="994"/>
                      <a:pt x="2741" y="836"/>
                      <a:pt x="2672" y="691"/>
                    </a:cubicBezTo>
                    <a:cubicBezTo>
                      <a:pt x="2602" y="548"/>
                      <a:pt x="2505" y="423"/>
                      <a:pt x="2382" y="320"/>
                    </a:cubicBezTo>
                    <a:cubicBezTo>
                      <a:pt x="2262" y="220"/>
                      <a:pt x="2118" y="141"/>
                      <a:pt x="1957" y="85"/>
                    </a:cubicBezTo>
                    <a:cubicBezTo>
                      <a:pt x="1797" y="29"/>
                      <a:pt x="1621" y="1"/>
                      <a:pt x="14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6BD201-8A69-70BA-F470-1B3044C4E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E839-38B4-4C8D-AF83-70F071F5743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1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587;p45">
            <a:extLst>
              <a:ext uri="{FF2B5EF4-FFF2-40B4-BE49-F238E27FC236}">
                <a16:creationId xmlns:a16="http://schemas.microsoft.com/office/drawing/2014/main" id="{B3D6100A-1315-E22D-7120-6DED82260136}"/>
              </a:ext>
            </a:extLst>
          </p:cNvPr>
          <p:cNvSpPr/>
          <p:nvPr/>
        </p:nvSpPr>
        <p:spPr>
          <a:xfrm rot="578220">
            <a:off x="4356950" y="3346649"/>
            <a:ext cx="2363653" cy="81673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89;p28">
            <a:extLst>
              <a:ext uri="{FF2B5EF4-FFF2-40B4-BE49-F238E27FC236}">
                <a16:creationId xmlns:a16="http://schemas.microsoft.com/office/drawing/2014/main" id="{09F02306-2982-39AD-2624-887CD5E0F3F1}"/>
              </a:ext>
            </a:extLst>
          </p:cNvPr>
          <p:cNvSpPr txBox="1">
            <a:spLocks/>
          </p:cNvSpPr>
          <p:nvPr/>
        </p:nvSpPr>
        <p:spPr>
          <a:xfrm>
            <a:off x="2945202" y="259854"/>
            <a:ext cx="5578810" cy="59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0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pPr algn="l"/>
            <a:r>
              <a:rPr lang="en" sz="2400" u="sng" dirty="0">
                <a:solidFill>
                  <a:schemeClr val="tx2"/>
                </a:solidFill>
              </a:rPr>
              <a:t>01  Points and Rewards Redemption</a:t>
            </a:r>
          </a:p>
        </p:txBody>
      </p:sp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580E9681-3270-A58F-D08B-EFB36BA68292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13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01F312-F342-7D13-0502-CD2F6F617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68626"/>
              </p:ext>
            </p:extLst>
          </p:nvPr>
        </p:nvGraphicFramePr>
        <p:xfrm>
          <a:off x="3260390" y="1045382"/>
          <a:ext cx="4948434" cy="3555557"/>
        </p:xfrm>
        <a:graphic>
          <a:graphicData uri="http://schemas.openxmlformats.org/drawingml/2006/table">
            <a:tbl>
              <a:tblPr firstRow="1" firstCol="1" bandRow="1"/>
              <a:tblGrid>
                <a:gridCol w="2472005">
                  <a:extLst>
                    <a:ext uri="{9D8B030D-6E8A-4147-A177-3AD203B41FA5}">
                      <a16:colId xmlns:a16="http://schemas.microsoft.com/office/drawing/2014/main" val="2881808658"/>
                    </a:ext>
                  </a:extLst>
                </a:gridCol>
                <a:gridCol w="2476429">
                  <a:extLst>
                    <a:ext uri="{9D8B030D-6E8A-4147-A177-3AD203B41FA5}">
                      <a16:colId xmlns:a16="http://schemas.microsoft.com/office/drawing/2014/main" val="3089399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0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Membership plans  </a:t>
                      </a:r>
                    </a:p>
                  </a:txBody>
                  <a:tcPr marL="60960" marR="73025" marT="170815" marB="920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Discounts and Rewards  </a:t>
                      </a:r>
                    </a:p>
                  </a:txBody>
                  <a:tcPr marL="60960" marR="73025" marT="170815" marB="920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348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0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Membership plan  </a:t>
                      </a:r>
                    </a:p>
                  </a:txBody>
                  <a:tcPr marL="60960" marR="73025" marT="170815" marB="920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= 15%</a:t>
                      </a:r>
                    </a:p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Reward = 20 points</a:t>
                      </a:r>
                    </a:p>
                  </a:txBody>
                  <a:tcPr marL="60960" marR="73025" marT="170815" marB="920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23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0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Basic Membership plan  </a:t>
                      </a:r>
                    </a:p>
                  </a:txBody>
                  <a:tcPr marL="60960" marR="73025" marT="170815" marB="920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= 20%</a:t>
                      </a:r>
                    </a:p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Reward = 20 points</a:t>
                      </a:r>
                    </a:p>
                  </a:txBody>
                  <a:tcPr marL="60960" marR="73025" marT="170815" marB="920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18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0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Premium Membership plan  </a:t>
                      </a:r>
                    </a:p>
                  </a:txBody>
                  <a:tcPr marL="60960" marR="73025" marT="170815" marB="920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= 30%  </a:t>
                      </a:r>
                    </a:p>
                    <a:p>
                      <a:pPr marL="6985" marR="845820" indent="-6985" algn="l">
                        <a:lnSpc>
                          <a:spcPct val="150000"/>
                        </a:lnSpc>
                        <a:spcAft>
                          <a:spcPts val="1205"/>
                        </a:spcAft>
                      </a:pPr>
                      <a:r>
                        <a:rPr lang="en-MY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Reward = 40 points  </a:t>
                      </a:r>
                    </a:p>
                  </a:txBody>
                  <a:tcPr marL="60960" marR="73025" marT="170815" marB="920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187872"/>
                  </a:ext>
                </a:extLst>
              </a:tr>
            </a:tbl>
          </a:graphicData>
        </a:graphic>
      </p:graphicFrame>
      <p:sp>
        <p:nvSpPr>
          <p:cNvPr id="18" name="Google Shape;289;p28">
            <a:extLst>
              <a:ext uri="{FF2B5EF4-FFF2-40B4-BE49-F238E27FC236}">
                <a16:creationId xmlns:a16="http://schemas.microsoft.com/office/drawing/2014/main" id="{406445D2-ECD9-2443-6D77-696EAA2B28A7}"/>
              </a:ext>
            </a:extLst>
          </p:cNvPr>
          <p:cNvSpPr txBox="1">
            <a:spLocks/>
          </p:cNvSpPr>
          <p:nvPr/>
        </p:nvSpPr>
        <p:spPr>
          <a:xfrm>
            <a:off x="167230" y="259854"/>
            <a:ext cx="2636930" cy="59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0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ed Hat Display Black"/>
              <a:buNone/>
              <a:defRPr sz="5200" b="0" i="0" u="none" strike="noStrike" cap="none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pPr algn="l"/>
            <a:r>
              <a:rPr lang="en" sz="2400" u="sng" dirty="0">
                <a:solidFill>
                  <a:schemeClr val="tx2"/>
                </a:solidFill>
              </a:rPr>
              <a:t>OPERATIONS:-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8A45B-E080-BCF8-E737-AB4BC42C312C}"/>
              </a:ext>
            </a:extLst>
          </p:cNvPr>
          <p:cNvSpPr txBox="1"/>
          <p:nvPr/>
        </p:nvSpPr>
        <p:spPr>
          <a:xfrm>
            <a:off x="376870" y="1289672"/>
            <a:ext cx="25683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MY" sz="1800" dirty="0">
                <a:latin typeface="Red Hat Display Black" panose="020B0604020202020204" charset="0"/>
                <a:ea typeface="Red Hat Display Black" panose="020B0604020202020204" charset="0"/>
                <a:cs typeface="Red Hat Display Black" panose="020B0604020202020204" charset="0"/>
              </a:rPr>
              <a:t>DIVISION</a:t>
            </a:r>
          </a:p>
          <a:p>
            <a:pPr marL="342900" indent="-342900">
              <a:buAutoNum type="arabicPeriod"/>
            </a:pPr>
            <a:endParaRPr lang="en-MY" sz="1800" dirty="0">
              <a:latin typeface="Red Hat Display Black" panose="020B0604020202020204" charset="0"/>
              <a:ea typeface="Red Hat Display Black" panose="020B0604020202020204" charset="0"/>
              <a:cs typeface="Red Hat Display Black" panose="020B0604020202020204" charset="0"/>
            </a:endParaRPr>
          </a:p>
          <a:p>
            <a:pPr marL="342900" indent="-342900">
              <a:buAutoNum type="arabicPeriod"/>
            </a:pPr>
            <a:r>
              <a:rPr lang="en-MY" sz="1800" dirty="0">
                <a:latin typeface="Red Hat Display Black" panose="020B0604020202020204" charset="0"/>
                <a:ea typeface="Red Hat Display Black" panose="020B0604020202020204" charset="0"/>
                <a:cs typeface="Red Hat Display Black" panose="020B0604020202020204" charset="0"/>
              </a:rPr>
              <a:t>MULTIPLICATION</a:t>
            </a:r>
          </a:p>
          <a:p>
            <a:pPr marL="342900" indent="-342900">
              <a:buAutoNum type="arabicPeriod"/>
            </a:pPr>
            <a:endParaRPr lang="en-MY" sz="1800" dirty="0">
              <a:latin typeface="Red Hat Display Black" panose="020B0604020202020204" charset="0"/>
              <a:ea typeface="Red Hat Display Black" panose="020B0604020202020204" charset="0"/>
              <a:cs typeface="Red Hat Display Black" panose="020B0604020202020204" charset="0"/>
            </a:endParaRPr>
          </a:p>
          <a:p>
            <a:pPr marL="342900" indent="-342900">
              <a:buAutoNum type="arabicPeriod"/>
            </a:pPr>
            <a:r>
              <a:rPr lang="en-MY" sz="1800" dirty="0">
                <a:latin typeface="Red Hat Display Black" panose="020B0604020202020204" charset="0"/>
                <a:ea typeface="Red Hat Display Black" panose="020B0604020202020204" charset="0"/>
                <a:cs typeface="Red Hat Display Black" panose="020B0604020202020204" charset="0"/>
              </a:rPr>
              <a:t>ADDITION</a:t>
            </a:r>
          </a:p>
          <a:p>
            <a:pPr marL="342900" indent="-342900">
              <a:buAutoNum type="arabicPeriod"/>
            </a:pPr>
            <a:endParaRPr lang="en-MY" sz="1800" dirty="0">
              <a:latin typeface="Red Hat Display Black" panose="020B0604020202020204" charset="0"/>
              <a:ea typeface="Red Hat Display Black" panose="020B0604020202020204" charset="0"/>
              <a:cs typeface="Red Hat Display Black" panose="020B0604020202020204" charset="0"/>
            </a:endParaRPr>
          </a:p>
          <a:p>
            <a:pPr marL="342900" indent="-342900">
              <a:buAutoNum type="arabicPeriod"/>
            </a:pPr>
            <a:r>
              <a:rPr lang="en-MY" sz="1800" dirty="0">
                <a:latin typeface="Red Hat Display Black" panose="020B0604020202020204" charset="0"/>
                <a:ea typeface="Red Hat Display Black" panose="020B0604020202020204" charset="0"/>
                <a:cs typeface="Red Hat Display Black" panose="020B0604020202020204" charset="0"/>
              </a:rPr>
              <a:t>SUBTRACTION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5"/>
          <p:cNvSpPr/>
          <p:nvPr/>
        </p:nvSpPr>
        <p:spPr>
          <a:xfrm>
            <a:off x="6269547" y="1028238"/>
            <a:ext cx="3676094" cy="2248801"/>
          </a:xfrm>
          <a:custGeom>
            <a:avLst/>
            <a:gdLst/>
            <a:ahLst/>
            <a:cxnLst/>
            <a:rect l="l" t="t" r="r" b="b"/>
            <a:pathLst>
              <a:path w="72389" h="44283" extrusionOk="0">
                <a:moveTo>
                  <a:pt x="26583" y="1"/>
                </a:moveTo>
                <a:cubicBezTo>
                  <a:pt x="23094" y="1"/>
                  <a:pt x="19591" y="1054"/>
                  <a:pt x="16105" y="3722"/>
                </a:cubicBezTo>
                <a:cubicBezTo>
                  <a:pt x="1" y="16050"/>
                  <a:pt x="11643" y="35040"/>
                  <a:pt x="24886" y="39837"/>
                </a:cubicBezTo>
                <a:cubicBezTo>
                  <a:pt x="31015" y="42057"/>
                  <a:pt x="39494" y="44282"/>
                  <a:pt x="47556" y="44282"/>
                </a:cubicBezTo>
                <a:cubicBezTo>
                  <a:pt x="54172" y="44282"/>
                  <a:pt x="60508" y="42784"/>
                  <a:pt x="65034" y="38556"/>
                </a:cubicBezTo>
                <a:cubicBezTo>
                  <a:pt x="69420" y="34460"/>
                  <a:pt x="72389" y="27520"/>
                  <a:pt x="70023" y="20662"/>
                </a:cubicBezTo>
                <a:cubicBezTo>
                  <a:pt x="67118" y="12239"/>
                  <a:pt x="60279" y="15056"/>
                  <a:pt x="54282" y="12126"/>
                </a:cubicBezTo>
                <a:cubicBezTo>
                  <a:pt x="45553" y="7862"/>
                  <a:pt x="36117" y="1"/>
                  <a:pt x="2658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5"/>
          <p:cNvSpPr/>
          <p:nvPr/>
        </p:nvSpPr>
        <p:spPr>
          <a:xfrm rot="578220">
            <a:off x="6452450" y="2564151"/>
            <a:ext cx="2363653" cy="81673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5"/>
          <p:cNvSpPr txBox="1">
            <a:spLocks noGrp="1"/>
          </p:cNvSpPr>
          <p:nvPr>
            <p:ph type="ctrTitle"/>
          </p:nvPr>
        </p:nvSpPr>
        <p:spPr>
          <a:xfrm>
            <a:off x="0" y="348548"/>
            <a:ext cx="3270729" cy="9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CONCLUSION</a:t>
            </a:r>
            <a:endParaRPr sz="2800" dirty="0"/>
          </a:p>
        </p:txBody>
      </p:sp>
      <p:sp>
        <p:nvSpPr>
          <p:cNvPr id="2" name="Google Shape;282;p27">
            <a:extLst>
              <a:ext uri="{FF2B5EF4-FFF2-40B4-BE49-F238E27FC236}">
                <a16:creationId xmlns:a16="http://schemas.microsoft.com/office/drawing/2014/main" id="{B14C5971-1868-A8C9-ACA1-08DB88B2C481}"/>
              </a:ext>
            </a:extLst>
          </p:cNvPr>
          <p:cNvSpPr txBox="1"/>
          <p:nvPr/>
        </p:nvSpPr>
        <p:spPr>
          <a:xfrm>
            <a:off x="190500" y="875370"/>
            <a:ext cx="8138160" cy="376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RH Cybercafe Management System (RHCMS) has been developed with the conjunction of SQL and C++.</a:t>
            </a: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RH Cybercafe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Management System has been developed where for an efficient and less time-consuming booking with various types of payment methods.</a:t>
            </a:r>
            <a:endParaRPr lang="en-US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RHCMS can be upgraded with a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graphical user interface (GUI).</a:t>
            </a: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RHCMS can be improved by optimizing the database performance through enhancing data integrity.</a:t>
            </a:r>
          </a:p>
          <a:p>
            <a:pPr marL="361950" marR="746760" indent="-28575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RHCMS can be updated to be used by the non-members to have a booking session as a guest.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4B9F6-44B3-53D3-CE3B-AC0A602D58B9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57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5"/>
          <p:cNvSpPr/>
          <p:nvPr/>
        </p:nvSpPr>
        <p:spPr>
          <a:xfrm>
            <a:off x="1011747" y="1447338"/>
            <a:ext cx="3676094" cy="2248801"/>
          </a:xfrm>
          <a:custGeom>
            <a:avLst/>
            <a:gdLst/>
            <a:ahLst/>
            <a:cxnLst/>
            <a:rect l="l" t="t" r="r" b="b"/>
            <a:pathLst>
              <a:path w="72389" h="44283" extrusionOk="0">
                <a:moveTo>
                  <a:pt x="26583" y="1"/>
                </a:moveTo>
                <a:cubicBezTo>
                  <a:pt x="23094" y="1"/>
                  <a:pt x="19591" y="1054"/>
                  <a:pt x="16105" y="3722"/>
                </a:cubicBezTo>
                <a:cubicBezTo>
                  <a:pt x="1" y="16050"/>
                  <a:pt x="11643" y="35040"/>
                  <a:pt x="24886" y="39837"/>
                </a:cubicBezTo>
                <a:cubicBezTo>
                  <a:pt x="31015" y="42057"/>
                  <a:pt x="39494" y="44282"/>
                  <a:pt x="47556" y="44282"/>
                </a:cubicBezTo>
                <a:cubicBezTo>
                  <a:pt x="54172" y="44282"/>
                  <a:pt x="60508" y="42784"/>
                  <a:pt x="65034" y="38556"/>
                </a:cubicBezTo>
                <a:cubicBezTo>
                  <a:pt x="69420" y="34460"/>
                  <a:pt x="72389" y="27520"/>
                  <a:pt x="70023" y="20662"/>
                </a:cubicBezTo>
                <a:cubicBezTo>
                  <a:pt x="67118" y="12239"/>
                  <a:pt x="60279" y="15056"/>
                  <a:pt x="54282" y="12126"/>
                </a:cubicBezTo>
                <a:cubicBezTo>
                  <a:pt x="45553" y="7862"/>
                  <a:pt x="36117" y="1"/>
                  <a:pt x="2658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5"/>
          <p:cNvSpPr/>
          <p:nvPr/>
        </p:nvSpPr>
        <p:spPr>
          <a:xfrm rot="578220">
            <a:off x="1194650" y="2983251"/>
            <a:ext cx="2363653" cy="816736"/>
          </a:xfrm>
          <a:custGeom>
            <a:avLst/>
            <a:gdLst/>
            <a:ahLst/>
            <a:cxnLst/>
            <a:rect l="l" t="t" r="r" b="b"/>
            <a:pathLst>
              <a:path w="48035" h="16598" extrusionOk="0">
                <a:moveTo>
                  <a:pt x="218" y="0"/>
                </a:moveTo>
                <a:cubicBezTo>
                  <a:pt x="186" y="0"/>
                  <a:pt x="153" y="8"/>
                  <a:pt x="124" y="25"/>
                </a:cubicBezTo>
                <a:cubicBezTo>
                  <a:pt x="32" y="77"/>
                  <a:pt x="1" y="194"/>
                  <a:pt x="52" y="284"/>
                </a:cubicBezTo>
                <a:cubicBezTo>
                  <a:pt x="3141" y="5662"/>
                  <a:pt x="12115" y="16598"/>
                  <a:pt x="33967" y="16598"/>
                </a:cubicBezTo>
                <a:cubicBezTo>
                  <a:pt x="38117" y="16598"/>
                  <a:pt x="42735" y="16202"/>
                  <a:pt x="47863" y="15301"/>
                </a:cubicBezTo>
                <a:cubicBezTo>
                  <a:pt x="47966" y="15283"/>
                  <a:pt x="48034" y="15184"/>
                  <a:pt x="48017" y="15080"/>
                </a:cubicBezTo>
                <a:cubicBezTo>
                  <a:pt x="48001" y="14987"/>
                  <a:pt x="47920" y="14923"/>
                  <a:pt x="47829" y="14923"/>
                </a:cubicBezTo>
                <a:cubicBezTo>
                  <a:pt x="47818" y="14923"/>
                  <a:pt x="47807" y="14924"/>
                  <a:pt x="47796" y="14926"/>
                </a:cubicBezTo>
                <a:cubicBezTo>
                  <a:pt x="42690" y="15824"/>
                  <a:pt x="38097" y="16217"/>
                  <a:pt x="33969" y="16217"/>
                </a:cubicBezTo>
                <a:cubicBezTo>
                  <a:pt x="12314" y="16217"/>
                  <a:pt x="3434" y="5411"/>
                  <a:pt x="383" y="95"/>
                </a:cubicBezTo>
                <a:cubicBezTo>
                  <a:pt x="348" y="34"/>
                  <a:pt x="284" y="0"/>
                  <a:pt x="2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5"/>
          <p:cNvSpPr txBox="1">
            <a:spLocks noGrp="1"/>
          </p:cNvSpPr>
          <p:nvPr>
            <p:ph type="ctrTitle"/>
          </p:nvPr>
        </p:nvSpPr>
        <p:spPr>
          <a:xfrm>
            <a:off x="1514649" y="1562839"/>
            <a:ext cx="6114702" cy="9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SYSTEM DEMONSTRATION</a:t>
            </a:r>
            <a:endParaRPr u="sng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86285AB-3D8D-A1CE-DA33-56B91FDF23C0}"/>
              </a:ext>
            </a:extLst>
          </p:cNvPr>
          <p:cNvSpPr/>
          <p:nvPr/>
        </p:nvSpPr>
        <p:spPr>
          <a:xfrm>
            <a:off x="3318146" y="3354440"/>
            <a:ext cx="2739390" cy="457200"/>
          </a:xfrm>
          <a:prstGeom prst="rightArrow">
            <a:avLst>
              <a:gd name="adj1" fmla="val 50000"/>
              <a:gd name="adj2" fmla="val 95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BBBC4E-D42B-952B-2AED-93078CFA10F1}"/>
              </a:ext>
            </a:extLst>
          </p:cNvPr>
          <p:cNvSpPr txBox="1">
            <a:spLocks/>
          </p:cNvSpPr>
          <p:nvPr/>
        </p:nvSpPr>
        <p:spPr>
          <a:xfrm>
            <a:off x="7086600" y="4774351"/>
            <a:ext cx="2057400" cy="2746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4F3CE839-38B4-4C8D-AF83-70F071F57439}" type="slidenum">
              <a:rPr lang="en-US" smtClean="0"/>
              <a:pPr algn="r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65186"/>
      </p:ext>
    </p:extLst>
  </p:cSld>
  <p:clrMapOvr>
    <a:masterClrMapping/>
  </p:clrMapOvr>
</p:sld>
</file>

<file path=ppt/theme/theme1.xml><?xml version="1.0" encoding="utf-8"?>
<a:theme xmlns:a="http://schemas.openxmlformats.org/drawingml/2006/main" name="Counseling Company Profile by Slidesgo">
  <a:themeElements>
    <a:clrScheme name="Simple Light">
      <a:dk1>
        <a:srgbClr val="100248"/>
      </a:dk1>
      <a:lt1>
        <a:srgbClr val="934BFF"/>
      </a:lt1>
      <a:dk2>
        <a:srgbClr val="B89AFF"/>
      </a:dk2>
      <a:lt2>
        <a:srgbClr val="14016B"/>
      </a:lt2>
      <a:accent1>
        <a:srgbClr val="2601AD"/>
      </a:accent1>
      <a:accent2>
        <a:srgbClr val="B7B7B7"/>
      </a:accent2>
      <a:accent3>
        <a:srgbClr val="D9D9D9"/>
      </a:accent3>
      <a:accent4>
        <a:srgbClr val="EFEFEF"/>
      </a:accent4>
      <a:accent5>
        <a:srgbClr val="FFFFFF"/>
      </a:accent5>
      <a:accent6>
        <a:srgbClr val="FFFFFF"/>
      </a:accent6>
      <a:hlink>
        <a:srgbClr val="1002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425</Words>
  <Application>Microsoft Office PowerPoint</Application>
  <PresentationFormat>On-screen Show (16:9)</PresentationFormat>
  <Paragraphs>120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Bebas Neue</vt:lpstr>
      <vt:lpstr>Josefin Slab SemiBold</vt:lpstr>
      <vt:lpstr>Red Hat Display Black</vt:lpstr>
      <vt:lpstr>Lato Heavy</vt:lpstr>
      <vt:lpstr>Times New Roman</vt:lpstr>
      <vt:lpstr>Red Hat Display</vt:lpstr>
      <vt:lpstr>Red Hat Text</vt:lpstr>
      <vt:lpstr>Counseling Company Profile by Slidesgo</vt:lpstr>
      <vt:lpstr>PowerPoint Presentation</vt:lpstr>
      <vt:lpstr>WORKSHOP 1  RH CYBERCAFE MANAGEMENT SYSTEM</vt:lpstr>
      <vt:lpstr>AGENDA</vt:lpstr>
      <vt:lpstr>PROJECT  INTRODUCTION</vt:lpstr>
      <vt:lpstr>PowerPoint Presentation</vt:lpstr>
      <vt:lpstr>PowerPoint Presentation</vt:lpstr>
      <vt:lpstr>PowerPoint Presentation</vt:lpstr>
      <vt:lpstr>01</vt:lpstr>
      <vt:lpstr>SYSTEM SCOPE</vt:lpstr>
      <vt:lpstr>ENTITY  RELATIONSHIP  DIAGRAM</vt:lpstr>
      <vt:lpstr>PowerPoint Presentation</vt:lpstr>
      <vt:lpstr>CALCULATIONS</vt:lpstr>
      <vt:lpstr>PowerPoint Presentation</vt:lpstr>
      <vt:lpstr>CONCLUSION</vt:lpstr>
      <vt:lpstr>SYSTEM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  H23 FUTSAL MANAGEMENT SYSTEM</dc:title>
  <dc:creator>herish 23</dc:creator>
  <cp:lastModifiedBy>ROSHINI A/P RAMES</cp:lastModifiedBy>
  <cp:revision>21</cp:revision>
  <dcterms:modified xsi:type="dcterms:W3CDTF">2023-06-27T03:12:55Z</dcterms:modified>
</cp:coreProperties>
</file>